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A94BE-8E94-447B-964C-27C3D4FB0B6F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3F5905-B7B1-4F46-9FB2-1560D93DD23F}">
      <dgm:prSet/>
      <dgm:spPr/>
      <dgm:t>
        <a:bodyPr/>
        <a:lstStyle/>
        <a:p>
          <a:r>
            <a:rPr lang="en-US" b="1"/>
            <a:t>Marchés :</a:t>
          </a:r>
          <a:endParaRPr lang="en-US"/>
        </a:p>
      </dgm:t>
    </dgm:pt>
    <dgm:pt modelId="{B8E50114-5A0D-4EE5-B59A-B6F4F2C31E21}" type="parTrans" cxnId="{F549AED3-786B-4E77-B8A5-1B80895C4CAF}">
      <dgm:prSet/>
      <dgm:spPr/>
      <dgm:t>
        <a:bodyPr/>
        <a:lstStyle/>
        <a:p>
          <a:endParaRPr lang="en-US"/>
        </a:p>
      </dgm:t>
    </dgm:pt>
    <dgm:pt modelId="{CF5F5EDD-750E-4552-B6BF-D4F800B98035}" type="sibTrans" cxnId="{F549AED3-786B-4E77-B8A5-1B80895C4CAF}">
      <dgm:prSet/>
      <dgm:spPr/>
      <dgm:t>
        <a:bodyPr/>
        <a:lstStyle/>
        <a:p>
          <a:endParaRPr lang="en-US"/>
        </a:p>
      </dgm:t>
    </dgm:pt>
    <dgm:pt modelId="{41816F29-E11D-4156-A9F9-F08BBF96262F}">
      <dgm:prSet/>
      <dgm:spPr/>
      <dgm:t>
        <a:bodyPr/>
        <a:lstStyle/>
        <a:p>
          <a:r>
            <a:rPr lang="en-US"/>
            <a:t>• XAU/USD</a:t>
          </a:r>
        </a:p>
      </dgm:t>
    </dgm:pt>
    <dgm:pt modelId="{F0301C91-F7C8-4F4B-A28A-BEC596983DE0}" type="parTrans" cxnId="{246C22B8-D5BD-43B3-8E84-3A179E4FCD10}">
      <dgm:prSet/>
      <dgm:spPr/>
      <dgm:t>
        <a:bodyPr/>
        <a:lstStyle/>
        <a:p>
          <a:endParaRPr lang="en-US"/>
        </a:p>
      </dgm:t>
    </dgm:pt>
    <dgm:pt modelId="{69AD33EF-5EB5-4D94-83EC-BCFA51B0BC1F}" type="sibTrans" cxnId="{246C22B8-D5BD-43B3-8E84-3A179E4FCD10}">
      <dgm:prSet/>
      <dgm:spPr/>
      <dgm:t>
        <a:bodyPr/>
        <a:lstStyle/>
        <a:p>
          <a:endParaRPr lang="en-US"/>
        </a:p>
      </dgm:t>
    </dgm:pt>
    <dgm:pt modelId="{1F6B5E6E-26E0-425F-AE0D-85068C26E506}">
      <dgm:prSet/>
      <dgm:spPr/>
      <dgm:t>
        <a:bodyPr/>
        <a:lstStyle/>
        <a:p>
          <a:r>
            <a:rPr lang="en-US"/>
            <a:t>• XAG/USD</a:t>
          </a:r>
        </a:p>
      </dgm:t>
    </dgm:pt>
    <dgm:pt modelId="{7298A6BB-6458-46B8-8574-01DE86EA40EF}" type="parTrans" cxnId="{50E8ED0D-3539-4404-803C-9072FDAC7283}">
      <dgm:prSet/>
      <dgm:spPr/>
      <dgm:t>
        <a:bodyPr/>
        <a:lstStyle/>
        <a:p>
          <a:endParaRPr lang="en-US"/>
        </a:p>
      </dgm:t>
    </dgm:pt>
    <dgm:pt modelId="{B9B874B8-8930-42D4-BD46-2203AC0ADBC7}" type="sibTrans" cxnId="{50E8ED0D-3539-4404-803C-9072FDAC7283}">
      <dgm:prSet/>
      <dgm:spPr/>
      <dgm:t>
        <a:bodyPr/>
        <a:lstStyle/>
        <a:p>
          <a:endParaRPr lang="en-US"/>
        </a:p>
      </dgm:t>
    </dgm:pt>
    <dgm:pt modelId="{C9AD826B-4A7A-46F6-8C46-CAD4950F8DEF}">
      <dgm:prSet/>
      <dgm:spPr/>
      <dgm:t>
        <a:bodyPr/>
        <a:lstStyle/>
        <a:p>
          <a:r>
            <a:rPr lang="en-US" b="1"/>
            <a:t>Données :</a:t>
          </a:r>
          <a:endParaRPr lang="en-US"/>
        </a:p>
      </dgm:t>
    </dgm:pt>
    <dgm:pt modelId="{A36609AE-EFDD-49BD-AE5A-7BD43F0DCB1D}" type="parTrans" cxnId="{99B42656-7C95-47F3-8B4F-2553F3083B04}">
      <dgm:prSet/>
      <dgm:spPr/>
      <dgm:t>
        <a:bodyPr/>
        <a:lstStyle/>
        <a:p>
          <a:endParaRPr lang="en-US"/>
        </a:p>
      </dgm:t>
    </dgm:pt>
    <dgm:pt modelId="{9416DB52-4C83-46D5-9F91-0358BA5B5647}" type="sibTrans" cxnId="{99B42656-7C95-47F3-8B4F-2553F3083B04}">
      <dgm:prSet/>
      <dgm:spPr/>
      <dgm:t>
        <a:bodyPr/>
        <a:lstStyle/>
        <a:p>
          <a:endParaRPr lang="en-US"/>
        </a:p>
      </dgm:t>
    </dgm:pt>
    <dgm:pt modelId="{EB827F6F-667A-44C0-B36F-DEFC8F0EC5F1}">
      <dgm:prSet/>
      <dgm:spPr/>
      <dgm:t>
        <a:bodyPr/>
        <a:lstStyle/>
        <a:p>
          <a:r>
            <a:rPr lang="en-US"/>
            <a:t>• Open</a:t>
          </a:r>
        </a:p>
      </dgm:t>
    </dgm:pt>
    <dgm:pt modelId="{47E65695-BAF6-432E-8AA7-369B5093E142}" type="parTrans" cxnId="{7FD36C64-32E8-4A8F-8620-70745C6F3D70}">
      <dgm:prSet/>
      <dgm:spPr/>
      <dgm:t>
        <a:bodyPr/>
        <a:lstStyle/>
        <a:p>
          <a:endParaRPr lang="en-US"/>
        </a:p>
      </dgm:t>
    </dgm:pt>
    <dgm:pt modelId="{17151A1D-A8FA-40AD-AA94-79B3FC2B4E46}" type="sibTrans" cxnId="{7FD36C64-32E8-4A8F-8620-70745C6F3D70}">
      <dgm:prSet/>
      <dgm:spPr/>
      <dgm:t>
        <a:bodyPr/>
        <a:lstStyle/>
        <a:p>
          <a:endParaRPr lang="en-US"/>
        </a:p>
      </dgm:t>
    </dgm:pt>
    <dgm:pt modelId="{A566CD69-ACDD-474C-BC20-016820CC48D5}">
      <dgm:prSet/>
      <dgm:spPr/>
      <dgm:t>
        <a:bodyPr/>
        <a:lstStyle/>
        <a:p>
          <a:r>
            <a:rPr lang="en-US"/>
            <a:t>• High</a:t>
          </a:r>
        </a:p>
      </dgm:t>
    </dgm:pt>
    <dgm:pt modelId="{B4F377B4-DF8F-478D-8BE3-4108AF0B12E5}" type="parTrans" cxnId="{4DE70058-234F-4C31-9954-12FB41426ABB}">
      <dgm:prSet/>
      <dgm:spPr/>
      <dgm:t>
        <a:bodyPr/>
        <a:lstStyle/>
        <a:p>
          <a:endParaRPr lang="en-US"/>
        </a:p>
      </dgm:t>
    </dgm:pt>
    <dgm:pt modelId="{ADC7CB25-8C13-4170-8EC2-2177F8F97BC8}" type="sibTrans" cxnId="{4DE70058-234F-4C31-9954-12FB41426ABB}">
      <dgm:prSet/>
      <dgm:spPr/>
      <dgm:t>
        <a:bodyPr/>
        <a:lstStyle/>
        <a:p>
          <a:endParaRPr lang="en-US"/>
        </a:p>
      </dgm:t>
    </dgm:pt>
    <dgm:pt modelId="{EF694DB0-3B93-449C-B0D9-DAED5497C944}">
      <dgm:prSet/>
      <dgm:spPr/>
      <dgm:t>
        <a:bodyPr/>
        <a:lstStyle/>
        <a:p>
          <a:r>
            <a:rPr lang="en-US"/>
            <a:t>• Low</a:t>
          </a:r>
        </a:p>
      </dgm:t>
    </dgm:pt>
    <dgm:pt modelId="{219C0C13-B78A-4C59-A104-9A8DD5ED3F3B}" type="parTrans" cxnId="{3B4FFB33-8D34-4A70-9EF4-6CB70534DBB6}">
      <dgm:prSet/>
      <dgm:spPr/>
      <dgm:t>
        <a:bodyPr/>
        <a:lstStyle/>
        <a:p>
          <a:endParaRPr lang="en-US"/>
        </a:p>
      </dgm:t>
    </dgm:pt>
    <dgm:pt modelId="{6249709C-6EA3-4F43-94F5-41BA2E56A9AC}" type="sibTrans" cxnId="{3B4FFB33-8D34-4A70-9EF4-6CB70534DBB6}">
      <dgm:prSet/>
      <dgm:spPr/>
      <dgm:t>
        <a:bodyPr/>
        <a:lstStyle/>
        <a:p>
          <a:endParaRPr lang="en-US"/>
        </a:p>
      </dgm:t>
    </dgm:pt>
    <dgm:pt modelId="{37ECF453-C11F-4FE7-B813-C86C2C2182E5}">
      <dgm:prSet/>
      <dgm:spPr/>
      <dgm:t>
        <a:bodyPr/>
        <a:lstStyle/>
        <a:p>
          <a:r>
            <a:rPr lang="en-US"/>
            <a:t>• Close</a:t>
          </a:r>
        </a:p>
      </dgm:t>
    </dgm:pt>
    <dgm:pt modelId="{D50D4B56-770E-4CC1-8445-AAFA67FF59EA}" type="parTrans" cxnId="{4B4496A6-4D89-4FE6-A289-EEE7685B6AAE}">
      <dgm:prSet/>
      <dgm:spPr/>
      <dgm:t>
        <a:bodyPr/>
        <a:lstStyle/>
        <a:p>
          <a:endParaRPr lang="en-US"/>
        </a:p>
      </dgm:t>
    </dgm:pt>
    <dgm:pt modelId="{E249B3F2-1BA3-410F-ACF7-354F21A06E7D}" type="sibTrans" cxnId="{4B4496A6-4D89-4FE6-A289-EEE7685B6AAE}">
      <dgm:prSet/>
      <dgm:spPr/>
      <dgm:t>
        <a:bodyPr/>
        <a:lstStyle/>
        <a:p>
          <a:endParaRPr lang="en-US"/>
        </a:p>
      </dgm:t>
    </dgm:pt>
    <dgm:pt modelId="{77724B20-4696-48EF-A57C-5BFEC959C4D8}">
      <dgm:prSet/>
      <dgm:spPr/>
      <dgm:t>
        <a:bodyPr/>
        <a:lstStyle/>
        <a:p>
          <a:r>
            <a:rPr lang="en-US"/>
            <a:t>• Volume</a:t>
          </a:r>
        </a:p>
      </dgm:t>
    </dgm:pt>
    <dgm:pt modelId="{35B879C5-E7CC-4F81-B43B-5B18E2206B61}" type="parTrans" cxnId="{328E0A1D-F34B-44C5-B782-6AFD44860676}">
      <dgm:prSet/>
      <dgm:spPr/>
      <dgm:t>
        <a:bodyPr/>
        <a:lstStyle/>
        <a:p>
          <a:endParaRPr lang="en-US"/>
        </a:p>
      </dgm:t>
    </dgm:pt>
    <dgm:pt modelId="{FF71DADC-3D51-45E8-95FB-4117DF878E91}" type="sibTrans" cxnId="{328E0A1D-F34B-44C5-B782-6AFD44860676}">
      <dgm:prSet/>
      <dgm:spPr/>
      <dgm:t>
        <a:bodyPr/>
        <a:lstStyle/>
        <a:p>
          <a:endParaRPr lang="en-US"/>
        </a:p>
      </dgm:t>
    </dgm:pt>
    <dgm:pt modelId="{0AF44A76-614C-4973-9429-BCE9E05FBDB7}">
      <dgm:prSet/>
      <dgm:spPr/>
      <dgm:t>
        <a:bodyPr/>
        <a:lstStyle/>
        <a:p>
          <a:r>
            <a:rPr lang="en-US" b="1"/>
            <a:t>Événements économiques :</a:t>
          </a:r>
          <a:endParaRPr lang="en-US"/>
        </a:p>
      </dgm:t>
    </dgm:pt>
    <dgm:pt modelId="{FAF50245-0CC2-4BE9-86C8-BD9AAFFFE3DB}" type="parTrans" cxnId="{87EDF25B-5D93-4BE7-89A9-0819770A051A}">
      <dgm:prSet/>
      <dgm:spPr/>
      <dgm:t>
        <a:bodyPr/>
        <a:lstStyle/>
        <a:p>
          <a:endParaRPr lang="en-US"/>
        </a:p>
      </dgm:t>
    </dgm:pt>
    <dgm:pt modelId="{90540D03-29B4-4CCF-9C7F-85019E2A4C81}" type="sibTrans" cxnId="{87EDF25B-5D93-4BE7-89A9-0819770A051A}">
      <dgm:prSet/>
      <dgm:spPr/>
      <dgm:t>
        <a:bodyPr/>
        <a:lstStyle/>
        <a:p>
          <a:endParaRPr lang="en-US"/>
        </a:p>
      </dgm:t>
    </dgm:pt>
    <dgm:pt modelId="{16364959-8B20-4308-811B-843F6A80D0C3}">
      <dgm:prSet/>
      <dgm:spPr/>
      <dgm:t>
        <a:bodyPr/>
        <a:lstStyle/>
        <a:p>
          <a:r>
            <a:rPr lang="en-US"/>
            <a:t>• CPI</a:t>
          </a:r>
        </a:p>
      </dgm:t>
    </dgm:pt>
    <dgm:pt modelId="{5DF0C71C-7049-46AC-9800-0555636385EA}" type="parTrans" cxnId="{62EA6317-DD06-4A1A-8DCE-C90D9FF1725E}">
      <dgm:prSet/>
      <dgm:spPr/>
      <dgm:t>
        <a:bodyPr/>
        <a:lstStyle/>
        <a:p>
          <a:endParaRPr lang="en-US"/>
        </a:p>
      </dgm:t>
    </dgm:pt>
    <dgm:pt modelId="{E6672CE3-E063-4DB4-97B6-AB203F60D75C}" type="sibTrans" cxnId="{62EA6317-DD06-4A1A-8DCE-C90D9FF1725E}">
      <dgm:prSet/>
      <dgm:spPr/>
      <dgm:t>
        <a:bodyPr/>
        <a:lstStyle/>
        <a:p>
          <a:endParaRPr lang="en-US"/>
        </a:p>
      </dgm:t>
    </dgm:pt>
    <dgm:pt modelId="{BC4C7BDA-1651-45C7-AEB4-F6137FC5CC73}">
      <dgm:prSet/>
      <dgm:spPr/>
      <dgm:t>
        <a:bodyPr/>
        <a:lstStyle/>
        <a:p>
          <a:r>
            <a:rPr lang="en-US"/>
            <a:t>• NFP</a:t>
          </a:r>
        </a:p>
      </dgm:t>
    </dgm:pt>
    <dgm:pt modelId="{5A4F025C-A99A-4C1C-8C1E-71ED76A1E4BE}" type="parTrans" cxnId="{A589E9A0-40BE-4573-AC6C-0BE97325EA9F}">
      <dgm:prSet/>
      <dgm:spPr/>
      <dgm:t>
        <a:bodyPr/>
        <a:lstStyle/>
        <a:p>
          <a:endParaRPr lang="en-US"/>
        </a:p>
      </dgm:t>
    </dgm:pt>
    <dgm:pt modelId="{3D0F0536-A283-45BA-A924-505EE6DB0898}" type="sibTrans" cxnId="{A589E9A0-40BE-4573-AC6C-0BE97325EA9F}">
      <dgm:prSet/>
      <dgm:spPr/>
      <dgm:t>
        <a:bodyPr/>
        <a:lstStyle/>
        <a:p>
          <a:endParaRPr lang="en-US"/>
        </a:p>
      </dgm:t>
    </dgm:pt>
    <dgm:pt modelId="{906DA1AE-8CE6-4E88-BA25-59B8D2F429FF}">
      <dgm:prSet/>
      <dgm:spPr/>
      <dgm:t>
        <a:bodyPr/>
        <a:lstStyle/>
        <a:p>
          <a:r>
            <a:rPr lang="en-US"/>
            <a:t>• FED</a:t>
          </a:r>
        </a:p>
      </dgm:t>
    </dgm:pt>
    <dgm:pt modelId="{1FE331C3-6F83-4CD4-906F-EA61560F81E1}" type="parTrans" cxnId="{55E1D218-E662-4441-89D8-C47A2477BF1F}">
      <dgm:prSet/>
      <dgm:spPr/>
      <dgm:t>
        <a:bodyPr/>
        <a:lstStyle/>
        <a:p>
          <a:endParaRPr lang="en-US"/>
        </a:p>
      </dgm:t>
    </dgm:pt>
    <dgm:pt modelId="{5016524F-3057-4F73-808D-3261352CFDD8}" type="sibTrans" cxnId="{55E1D218-E662-4441-89D8-C47A2477BF1F}">
      <dgm:prSet/>
      <dgm:spPr/>
      <dgm:t>
        <a:bodyPr/>
        <a:lstStyle/>
        <a:p>
          <a:endParaRPr lang="en-US"/>
        </a:p>
      </dgm:t>
    </dgm:pt>
    <dgm:pt modelId="{09A5D882-FF5F-4617-9653-16561BF08515}" type="pres">
      <dgm:prSet presAssocID="{28AA94BE-8E94-447B-964C-27C3D4FB0B6F}" presName="Name0" presStyleCnt="0">
        <dgm:presLayoutVars>
          <dgm:dir/>
          <dgm:animLvl val="lvl"/>
          <dgm:resizeHandles val="exact"/>
        </dgm:presLayoutVars>
      </dgm:prSet>
      <dgm:spPr/>
    </dgm:pt>
    <dgm:pt modelId="{58D84A13-3F8B-427E-9279-9A8746BE2F43}" type="pres">
      <dgm:prSet presAssocID="{0AF44A76-614C-4973-9429-BCE9E05FBDB7}" presName="boxAndChildren" presStyleCnt="0"/>
      <dgm:spPr/>
    </dgm:pt>
    <dgm:pt modelId="{C79D8E6F-A35F-41F6-BF5E-1F38C1C5C8D4}" type="pres">
      <dgm:prSet presAssocID="{0AF44A76-614C-4973-9429-BCE9E05FBDB7}" presName="parentTextBox" presStyleLbl="alignNode1" presStyleIdx="0" presStyleCnt="3"/>
      <dgm:spPr/>
    </dgm:pt>
    <dgm:pt modelId="{387BF53D-76E2-4FB7-A710-91C2F7D84288}" type="pres">
      <dgm:prSet presAssocID="{0AF44A76-614C-4973-9429-BCE9E05FBDB7}" presName="descendantBox" presStyleLbl="bgAccFollowNode1" presStyleIdx="0" presStyleCnt="3"/>
      <dgm:spPr/>
    </dgm:pt>
    <dgm:pt modelId="{E3203B31-D7B8-40A0-BCA1-12FE2DB4E9FE}" type="pres">
      <dgm:prSet presAssocID="{9416DB52-4C83-46D5-9F91-0358BA5B5647}" presName="sp" presStyleCnt="0"/>
      <dgm:spPr/>
    </dgm:pt>
    <dgm:pt modelId="{66F836C6-34A4-4C58-9FE6-2BAE1A7D6344}" type="pres">
      <dgm:prSet presAssocID="{C9AD826B-4A7A-46F6-8C46-CAD4950F8DEF}" presName="arrowAndChildren" presStyleCnt="0"/>
      <dgm:spPr/>
    </dgm:pt>
    <dgm:pt modelId="{ECD448F0-C49B-43B2-A1A3-1A577E88976F}" type="pres">
      <dgm:prSet presAssocID="{C9AD826B-4A7A-46F6-8C46-CAD4950F8DEF}" presName="parentTextArrow" presStyleLbl="node1" presStyleIdx="0" presStyleCnt="0"/>
      <dgm:spPr/>
    </dgm:pt>
    <dgm:pt modelId="{0D76E3E4-F6BA-46CD-B80A-13983721BB6B}" type="pres">
      <dgm:prSet presAssocID="{C9AD826B-4A7A-46F6-8C46-CAD4950F8DEF}" presName="arrow" presStyleLbl="alignNode1" presStyleIdx="1" presStyleCnt="3"/>
      <dgm:spPr/>
    </dgm:pt>
    <dgm:pt modelId="{A8674BF4-93DD-46F7-83EF-EFE401B40B09}" type="pres">
      <dgm:prSet presAssocID="{C9AD826B-4A7A-46F6-8C46-CAD4950F8DEF}" presName="descendantArrow" presStyleLbl="bgAccFollowNode1" presStyleIdx="1" presStyleCnt="3"/>
      <dgm:spPr/>
    </dgm:pt>
    <dgm:pt modelId="{0AAE95BE-538D-4D0E-846A-4514C29736E7}" type="pres">
      <dgm:prSet presAssocID="{CF5F5EDD-750E-4552-B6BF-D4F800B98035}" presName="sp" presStyleCnt="0"/>
      <dgm:spPr/>
    </dgm:pt>
    <dgm:pt modelId="{C919AE22-39B1-466F-9620-94F95DF7B7DA}" type="pres">
      <dgm:prSet presAssocID="{363F5905-B7B1-4F46-9FB2-1560D93DD23F}" presName="arrowAndChildren" presStyleCnt="0"/>
      <dgm:spPr/>
    </dgm:pt>
    <dgm:pt modelId="{F77930CF-BBDF-42AE-B1E9-433EBB0DBAB0}" type="pres">
      <dgm:prSet presAssocID="{363F5905-B7B1-4F46-9FB2-1560D93DD23F}" presName="parentTextArrow" presStyleLbl="node1" presStyleIdx="0" presStyleCnt="0"/>
      <dgm:spPr/>
    </dgm:pt>
    <dgm:pt modelId="{50987316-7F46-4BD8-9CBD-15B346A66F15}" type="pres">
      <dgm:prSet presAssocID="{363F5905-B7B1-4F46-9FB2-1560D93DD23F}" presName="arrow" presStyleLbl="alignNode1" presStyleIdx="2" presStyleCnt="3"/>
      <dgm:spPr/>
    </dgm:pt>
    <dgm:pt modelId="{93D912D5-72CE-4F52-BBA0-39E33B4888CB}" type="pres">
      <dgm:prSet presAssocID="{363F5905-B7B1-4F46-9FB2-1560D93DD23F}" presName="descendantArrow" presStyleLbl="bgAccFollowNode1" presStyleIdx="2" presStyleCnt="3"/>
      <dgm:spPr/>
    </dgm:pt>
  </dgm:ptLst>
  <dgm:cxnLst>
    <dgm:cxn modelId="{42A5D104-8D38-462F-9248-C4A141717C3C}" type="presOf" srcId="{A566CD69-ACDD-474C-BC20-016820CC48D5}" destId="{A8674BF4-93DD-46F7-83EF-EFE401B40B09}" srcOrd="0" destOrd="1" presId="urn:microsoft.com/office/officeart/2016/7/layout/VerticalDownArrowProcess"/>
    <dgm:cxn modelId="{A32C0906-0AD7-4009-8D71-19633F145849}" type="presOf" srcId="{41816F29-E11D-4156-A9F9-F08BBF96262F}" destId="{93D912D5-72CE-4F52-BBA0-39E33B4888CB}" srcOrd="0" destOrd="0" presId="urn:microsoft.com/office/officeart/2016/7/layout/VerticalDownArrowProcess"/>
    <dgm:cxn modelId="{3852670A-B4B9-402C-808D-F01E004A12BD}" type="presOf" srcId="{C9AD826B-4A7A-46F6-8C46-CAD4950F8DEF}" destId="{0D76E3E4-F6BA-46CD-B80A-13983721BB6B}" srcOrd="1" destOrd="0" presId="urn:microsoft.com/office/officeart/2016/7/layout/VerticalDownArrowProcess"/>
    <dgm:cxn modelId="{50E8ED0D-3539-4404-803C-9072FDAC7283}" srcId="{363F5905-B7B1-4F46-9FB2-1560D93DD23F}" destId="{1F6B5E6E-26E0-425F-AE0D-85068C26E506}" srcOrd="1" destOrd="0" parTransId="{7298A6BB-6458-46B8-8574-01DE86EA40EF}" sibTransId="{B9B874B8-8930-42D4-BD46-2203AC0ADBC7}"/>
    <dgm:cxn modelId="{62EA6317-DD06-4A1A-8DCE-C90D9FF1725E}" srcId="{0AF44A76-614C-4973-9429-BCE9E05FBDB7}" destId="{16364959-8B20-4308-811B-843F6A80D0C3}" srcOrd="0" destOrd="0" parTransId="{5DF0C71C-7049-46AC-9800-0555636385EA}" sibTransId="{E6672CE3-E063-4DB4-97B6-AB203F60D75C}"/>
    <dgm:cxn modelId="{55E1D218-E662-4441-89D8-C47A2477BF1F}" srcId="{0AF44A76-614C-4973-9429-BCE9E05FBDB7}" destId="{906DA1AE-8CE6-4E88-BA25-59B8D2F429FF}" srcOrd="2" destOrd="0" parTransId="{1FE331C3-6F83-4CD4-906F-EA61560F81E1}" sibTransId="{5016524F-3057-4F73-808D-3261352CFDD8}"/>
    <dgm:cxn modelId="{328E0A1D-F34B-44C5-B782-6AFD44860676}" srcId="{C9AD826B-4A7A-46F6-8C46-CAD4950F8DEF}" destId="{77724B20-4696-48EF-A57C-5BFEC959C4D8}" srcOrd="4" destOrd="0" parTransId="{35B879C5-E7CC-4F81-B43B-5B18E2206B61}" sibTransId="{FF71DADC-3D51-45E8-95FB-4117DF878E91}"/>
    <dgm:cxn modelId="{7DAC6E2F-B25F-4386-956B-CD3CDCC9FD19}" type="presOf" srcId="{EF694DB0-3B93-449C-B0D9-DAED5497C944}" destId="{A8674BF4-93DD-46F7-83EF-EFE401B40B09}" srcOrd="0" destOrd="2" presId="urn:microsoft.com/office/officeart/2016/7/layout/VerticalDownArrowProcess"/>
    <dgm:cxn modelId="{3B4FFB33-8D34-4A70-9EF4-6CB70534DBB6}" srcId="{C9AD826B-4A7A-46F6-8C46-CAD4950F8DEF}" destId="{EF694DB0-3B93-449C-B0D9-DAED5497C944}" srcOrd="2" destOrd="0" parTransId="{219C0C13-B78A-4C59-A104-9A8DD5ED3F3B}" sibTransId="{6249709C-6EA3-4F43-94F5-41BA2E56A9AC}"/>
    <dgm:cxn modelId="{E1D5FF3D-D2BF-446E-9B5D-82EE7BD9B124}" type="presOf" srcId="{16364959-8B20-4308-811B-843F6A80D0C3}" destId="{387BF53D-76E2-4FB7-A710-91C2F7D84288}" srcOrd="0" destOrd="0" presId="urn:microsoft.com/office/officeart/2016/7/layout/VerticalDownArrowProcess"/>
    <dgm:cxn modelId="{87EDF25B-5D93-4BE7-89A9-0819770A051A}" srcId="{28AA94BE-8E94-447B-964C-27C3D4FB0B6F}" destId="{0AF44A76-614C-4973-9429-BCE9E05FBDB7}" srcOrd="2" destOrd="0" parTransId="{FAF50245-0CC2-4BE9-86C8-BD9AAFFFE3DB}" sibTransId="{90540D03-29B4-4CCF-9C7F-85019E2A4C81}"/>
    <dgm:cxn modelId="{7FD36C64-32E8-4A8F-8620-70745C6F3D70}" srcId="{C9AD826B-4A7A-46F6-8C46-CAD4950F8DEF}" destId="{EB827F6F-667A-44C0-B36F-DEFC8F0EC5F1}" srcOrd="0" destOrd="0" parTransId="{47E65695-BAF6-432E-8AA7-369B5093E142}" sibTransId="{17151A1D-A8FA-40AD-AA94-79B3FC2B4E46}"/>
    <dgm:cxn modelId="{5A9BF146-E967-45B7-BD0B-373BB1A2CC65}" type="presOf" srcId="{28AA94BE-8E94-447B-964C-27C3D4FB0B6F}" destId="{09A5D882-FF5F-4617-9653-16561BF08515}" srcOrd="0" destOrd="0" presId="urn:microsoft.com/office/officeart/2016/7/layout/VerticalDownArrowProcess"/>
    <dgm:cxn modelId="{F27E6574-6737-4FDB-B420-A312EE51189E}" type="presOf" srcId="{BC4C7BDA-1651-45C7-AEB4-F6137FC5CC73}" destId="{387BF53D-76E2-4FB7-A710-91C2F7D84288}" srcOrd="0" destOrd="1" presId="urn:microsoft.com/office/officeart/2016/7/layout/VerticalDownArrowProcess"/>
    <dgm:cxn modelId="{99B42656-7C95-47F3-8B4F-2553F3083B04}" srcId="{28AA94BE-8E94-447B-964C-27C3D4FB0B6F}" destId="{C9AD826B-4A7A-46F6-8C46-CAD4950F8DEF}" srcOrd="1" destOrd="0" parTransId="{A36609AE-EFDD-49BD-AE5A-7BD43F0DCB1D}" sibTransId="{9416DB52-4C83-46D5-9F91-0358BA5B5647}"/>
    <dgm:cxn modelId="{6B8FAE76-D5F6-43AA-8FF1-150C221B5558}" type="presOf" srcId="{363F5905-B7B1-4F46-9FB2-1560D93DD23F}" destId="{F77930CF-BBDF-42AE-B1E9-433EBB0DBAB0}" srcOrd="0" destOrd="0" presId="urn:microsoft.com/office/officeart/2016/7/layout/VerticalDownArrowProcess"/>
    <dgm:cxn modelId="{4DE70058-234F-4C31-9954-12FB41426ABB}" srcId="{C9AD826B-4A7A-46F6-8C46-CAD4950F8DEF}" destId="{A566CD69-ACDD-474C-BC20-016820CC48D5}" srcOrd="1" destOrd="0" parTransId="{B4F377B4-DF8F-478D-8BE3-4108AF0B12E5}" sibTransId="{ADC7CB25-8C13-4170-8EC2-2177F8F97BC8}"/>
    <dgm:cxn modelId="{EE8D0982-30DB-4BE5-B05F-5D2DB5B9973B}" type="presOf" srcId="{37ECF453-C11F-4FE7-B813-C86C2C2182E5}" destId="{A8674BF4-93DD-46F7-83EF-EFE401B40B09}" srcOrd="0" destOrd="3" presId="urn:microsoft.com/office/officeart/2016/7/layout/VerticalDownArrowProcess"/>
    <dgm:cxn modelId="{A589E9A0-40BE-4573-AC6C-0BE97325EA9F}" srcId="{0AF44A76-614C-4973-9429-BCE9E05FBDB7}" destId="{BC4C7BDA-1651-45C7-AEB4-F6137FC5CC73}" srcOrd="1" destOrd="0" parTransId="{5A4F025C-A99A-4C1C-8C1E-71ED76A1E4BE}" sibTransId="{3D0F0536-A283-45BA-A924-505EE6DB0898}"/>
    <dgm:cxn modelId="{4B4496A6-4D89-4FE6-A289-EEE7685B6AAE}" srcId="{C9AD826B-4A7A-46F6-8C46-CAD4950F8DEF}" destId="{37ECF453-C11F-4FE7-B813-C86C2C2182E5}" srcOrd="3" destOrd="0" parTransId="{D50D4B56-770E-4CC1-8445-AAFA67FF59EA}" sibTransId="{E249B3F2-1BA3-410F-ACF7-354F21A06E7D}"/>
    <dgm:cxn modelId="{658B2EB4-ED60-4E22-9DCC-D8AC5911EC54}" type="presOf" srcId="{1F6B5E6E-26E0-425F-AE0D-85068C26E506}" destId="{93D912D5-72CE-4F52-BBA0-39E33B4888CB}" srcOrd="0" destOrd="1" presId="urn:microsoft.com/office/officeart/2016/7/layout/VerticalDownArrowProcess"/>
    <dgm:cxn modelId="{246C22B8-D5BD-43B3-8E84-3A179E4FCD10}" srcId="{363F5905-B7B1-4F46-9FB2-1560D93DD23F}" destId="{41816F29-E11D-4156-A9F9-F08BBF96262F}" srcOrd="0" destOrd="0" parTransId="{F0301C91-F7C8-4F4B-A28A-BEC596983DE0}" sibTransId="{69AD33EF-5EB5-4D94-83EC-BCFA51B0BC1F}"/>
    <dgm:cxn modelId="{475BEBCC-9788-420F-BB20-9A6FEE8AEF72}" type="presOf" srcId="{0AF44A76-614C-4973-9429-BCE9E05FBDB7}" destId="{C79D8E6F-A35F-41F6-BF5E-1F38C1C5C8D4}" srcOrd="0" destOrd="0" presId="urn:microsoft.com/office/officeart/2016/7/layout/VerticalDownArrowProcess"/>
    <dgm:cxn modelId="{437B3DD3-BC95-4E4D-9723-0B0074A1038E}" type="presOf" srcId="{363F5905-B7B1-4F46-9FB2-1560D93DD23F}" destId="{50987316-7F46-4BD8-9CBD-15B346A66F15}" srcOrd="1" destOrd="0" presId="urn:microsoft.com/office/officeart/2016/7/layout/VerticalDownArrowProcess"/>
    <dgm:cxn modelId="{F549AED3-786B-4E77-B8A5-1B80895C4CAF}" srcId="{28AA94BE-8E94-447B-964C-27C3D4FB0B6F}" destId="{363F5905-B7B1-4F46-9FB2-1560D93DD23F}" srcOrd="0" destOrd="0" parTransId="{B8E50114-5A0D-4EE5-B59A-B6F4F2C31E21}" sibTransId="{CF5F5EDD-750E-4552-B6BF-D4F800B98035}"/>
    <dgm:cxn modelId="{2770BDDC-B25C-444B-9A74-8AB802970727}" type="presOf" srcId="{77724B20-4696-48EF-A57C-5BFEC959C4D8}" destId="{A8674BF4-93DD-46F7-83EF-EFE401B40B09}" srcOrd="0" destOrd="4" presId="urn:microsoft.com/office/officeart/2016/7/layout/VerticalDownArrowProcess"/>
    <dgm:cxn modelId="{38E2FEE7-6CEE-4B92-92EB-4079C896B365}" type="presOf" srcId="{906DA1AE-8CE6-4E88-BA25-59B8D2F429FF}" destId="{387BF53D-76E2-4FB7-A710-91C2F7D84288}" srcOrd="0" destOrd="2" presId="urn:microsoft.com/office/officeart/2016/7/layout/VerticalDownArrowProcess"/>
    <dgm:cxn modelId="{4D0F00E8-9B2F-4850-8088-C844A9C4DA22}" type="presOf" srcId="{C9AD826B-4A7A-46F6-8C46-CAD4950F8DEF}" destId="{ECD448F0-C49B-43B2-A1A3-1A577E88976F}" srcOrd="0" destOrd="0" presId="urn:microsoft.com/office/officeart/2016/7/layout/VerticalDownArrowProcess"/>
    <dgm:cxn modelId="{36316BEB-42F8-4708-9537-35C6DE488CC2}" type="presOf" srcId="{EB827F6F-667A-44C0-B36F-DEFC8F0EC5F1}" destId="{A8674BF4-93DD-46F7-83EF-EFE401B40B09}" srcOrd="0" destOrd="0" presId="urn:microsoft.com/office/officeart/2016/7/layout/VerticalDownArrowProcess"/>
    <dgm:cxn modelId="{C3B929DB-750B-4F02-84A7-1BEC2B76EAC2}" type="presParOf" srcId="{09A5D882-FF5F-4617-9653-16561BF08515}" destId="{58D84A13-3F8B-427E-9279-9A8746BE2F43}" srcOrd="0" destOrd="0" presId="urn:microsoft.com/office/officeart/2016/7/layout/VerticalDownArrowProcess"/>
    <dgm:cxn modelId="{BCC2D845-0A95-4FDA-AE4F-69C1CEE92ED9}" type="presParOf" srcId="{58D84A13-3F8B-427E-9279-9A8746BE2F43}" destId="{C79D8E6F-A35F-41F6-BF5E-1F38C1C5C8D4}" srcOrd="0" destOrd="0" presId="urn:microsoft.com/office/officeart/2016/7/layout/VerticalDownArrowProcess"/>
    <dgm:cxn modelId="{657AA171-378B-469E-8B1B-9F1F1D4441DC}" type="presParOf" srcId="{58D84A13-3F8B-427E-9279-9A8746BE2F43}" destId="{387BF53D-76E2-4FB7-A710-91C2F7D84288}" srcOrd="1" destOrd="0" presId="urn:microsoft.com/office/officeart/2016/7/layout/VerticalDownArrowProcess"/>
    <dgm:cxn modelId="{52B99671-A446-4C9E-AC96-12B115B4EC59}" type="presParOf" srcId="{09A5D882-FF5F-4617-9653-16561BF08515}" destId="{E3203B31-D7B8-40A0-BCA1-12FE2DB4E9FE}" srcOrd="1" destOrd="0" presId="urn:microsoft.com/office/officeart/2016/7/layout/VerticalDownArrowProcess"/>
    <dgm:cxn modelId="{087B6A5C-5CF0-4D39-BAA3-8A59AFC81056}" type="presParOf" srcId="{09A5D882-FF5F-4617-9653-16561BF08515}" destId="{66F836C6-34A4-4C58-9FE6-2BAE1A7D6344}" srcOrd="2" destOrd="0" presId="urn:microsoft.com/office/officeart/2016/7/layout/VerticalDownArrowProcess"/>
    <dgm:cxn modelId="{5131BD02-2A67-4517-9969-8069C8364979}" type="presParOf" srcId="{66F836C6-34A4-4C58-9FE6-2BAE1A7D6344}" destId="{ECD448F0-C49B-43B2-A1A3-1A577E88976F}" srcOrd="0" destOrd="0" presId="urn:microsoft.com/office/officeart/2016/7/layout/VerticalDownArrowProcess"/>
    <dgm:cxn modelId="{F65720B4-C002-4C73-BE8D-CCA6D7120CB8}" type="presParOf" srcId="{66F836C6-34A4-4C58-9FE6-2BAE1A7D6344}" destId="{0D76E3E4-F6BA-46CD-B80A-13983721BB6B}" srcOrd="1" destOrd="0" presId="urn:microsoft.com/office/officeart/2016/7/layout/VerticalDownArrowProcess"/>
    <dgm:cxn modelId="{DAEA4D45-0904-4A24-A1CC-E4D6ECBB4D7B}" type="presParOf" srcId="{66F836C6-34A4-4C58-9FE6-2BAE1A7D6344}" destId="{A8674BF4-93DD-46F7-83EF-EFE401B40B09}" srcOrd="2" destOrd="0" presId="urn:microsoft.com/office/officeart/2016/7/layout/VerticalDownArrowProcess"/>
    <dgm:cxn modelId="{B8363D8D-C2F1-456A-BA06-5B8A3E54E609}" type="presParOf" srcId="{09A5D882-FF5F-4617-9653-16561BF08515}" destId="{0AAE95BE-538D-4D0E-846A-4514C29736E7}" srcOrd="3" destOrd="0" presId="urn:microsoft.com/office/officeart/2016/7/layout/VerticalDownArrowProcess"/>
    <dgm:cxn modelId="{E4122C09-91CE-4C39-996B-50B705E94A6D}" type="presParOf" srcId="{09A5D882-FF5F-4617-9653-16561BF08515}" destId="{C919AE22-39B1-466F-9620-94F95DF7B7DA}" srcOrd="4" destOrd="0" presId="urn:microsoft.com/office/officeart/2016/7/layout/VerticalDownArrowProcess"/>
    <dgm:cxn modelId="{4425B5C5-A1FD-4175-A36D-C3E827A7C5FD}" type="presParOf" srcId="{C919AE22-39B1-466F-9620-94F95DF7B7DA}" destId="{F77930CF-BBDF-42AE-B1E9-433EBB0DBAB0}" srcOrd="0" destOrd="0" presId="urn:microsoft.com/office/officeart/2016/7/layout/VerticalDownArrowProcess"/>
    <dgm:cxn modelId="{9E67F65F-EABD-4473-AF44-BDA088B0C1DB}" type="presParOf" srcId="{C919AE22-39B1-466F-9620-94F95DF7B7DA}" destId="{50987316-7F46-4BD8-9CBD-15B346A66F15}" srcOrd="1" destOrd="0" presId="urn:microsoft.com/office/officeart/2016/7/layout/VerticalDownArrowProcess"/>
    <dgm:cxn modelId="{C6108792-34A8-45DA-B962-4921CCC7C2DF}" type="presParOf" srcId="{C919AE22-39B1-466F-9620-94F95DF7B7DA}" destId="{93D912D5-72CE-4F52-BBA0-39E33B4888CB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794939-4FBD-4FC7-9840-7C8AD1E2FAF3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55AD77-D437-4527-9C59-D6A7294E972E}">
      <dgm:prSet/>
      <dgm:spPr/>
      <dgm:t>
        <a:bodyPr/>
        <a:lstStyle/>
        <a:p>
          <a:r>
            <a:rPr lang="fr-FR"/>
            <a:t>Modèle MVP</a:t>
          </a:r>
          <a:endParaRPr lang="en-US"/>
        </a:p>
      </dgm:t>
    </dgm:pt>
    <dgm:pt modelId="{707F8707-22A8-4033-9F0C-8790DA73D4F2}" type="parTrans" cxnId="{6DBA7F80-0335-41E7-A540-CCA4F1F2FC53}">
      <dgm:prSet/>
      <dgm:spPr/>
      <dgm:t>
        <a:bodyPr/>
        <a:lstStyle/>
        <a:p>
          <a:endParaRPr lang="en-US"/>
        </a:p>
      </dgm:t>
    </dgm:pt>
    <dgm:pt modelId="{1F900936-F3CD-4389-918B-15896F834AA1}" type="sibTrans" cxnId="{6DBA7F80-0335-41E7-A540-CCA4F1F2FC53}">
      <dgm:prSet/>
      <dgm:spPr/>
      <dgm:t>
        <a:bodyPr/>
        <a:lstStyle/>
        <a:p>
          <a:endParaRPr lang="en-US"/>
        </a:p>
      </dgm:t>
    </dgm:pt>
    <dgm:pt modelId="{53349CB1-824C-404B-B9C5-CEC31186EE74}">
      <dgm:prSet/>
      <dgm:spPr/>
      <dgm:t>
        <a:bodyPr/>
        <a:lstStyle/>
        <a:p>
          <a:r>
            <a:rPr lang="fr-FR"/>
            <a:t>Random Forest</a:t>
          </a:r>
          <a:endParaRPr lang="en-US"/>
        </a:p>
      </dgm:t>
    </dgm:pt>
    <dgm:pt modelId="{28E7C97B-6306-440F-82FC-DA2A624CD361}" type="parTrans" cxnId="{A289C9BC-C11D-4543-B36D-8C3EC82A9367}">
      <dgm:prSet/>
      <dgm:spPr/>
      <dgm:t>
        <a:bodyPr/>
        <a:lstStyle/>
        <a:p>
          <a:endParaRPr lang="en-US"/>
        </a:p>
      </dgm:t>
    </dgm:pt>
    <dgm:pt modelId="{BE9344EA-382C-4ECD-94EA-1E2D487F3EF7}" type="sibTrans" cxnId="{A289C9BC-C11D-4543-B36D-8C3EC82A9367}">
      <dgm:prSet/>
      <dgm:spPr/>
      <dgm:t>
        <a:bodyPr/>
        <a:lstStyle/>
        <a:p>
          <a:endParaRPr lang="en-US"/>
        </a:p>
      </dgm:t>
    </dgm:pt>
    <dgm:pt modelId="{0DF21309-B64A-4912-9F57-3F77EDAE05BD}">
      <dgm:prSet/>
      <dgm:spPr/>
      <dgm:t>
        <a:bodyPr/>
        <a:lstStyle/>
        <a:p>
          <a:r>
            <a:rPr lang="fr-FR" b="1"/>
            <a:t>Pourquoi ?</a:t>
          </a:r>
          <a:endParaRPr lang="en-US"/>
        </a:p>
      </dgm:t>
    </dgm:pt>
    <dgm:pt modelId="{D4F5065E-5132-48C9-BDBB-8C421BEB18DF}" type="parTrans" cxnId="{C00A7D88-4EE7-410B-B043-12ABE0332D71}">
      <dgm:prSet/>
      <dgm:spPr/>
      <dgm:t>
        <a:bodyPr/>
        <a:lstStyle/>
        <a:p>
          <a:endParaRPr lang="en-US"/>
        </a:p>
      </dgm:t>
    </dgm:pt>
    <dgm:pt modelId="{43BF7278-5C1D-46E7-9044-E8FE3D41369A}" type="sibTrans" cxnId="{C00A7D88-4EE7-410B-B043-12ABE0332D71}">
      <dgm:prSet/>
      <dgm:spPr/>
      <dgm:t>
        <a:bodyPr/>
        <a:lstStyle/>
        <a:p>
          <a:endParaRPr lang="en-US"/>
        </a:p>
      </dgm:t>
    </dgm:pt>
    <dgm:pt modelId="{F956DB1C-4904-4C47-9508-7058377DA39C}">
      <dgm:prSet/>
      <dgm:spPr/>
      <dgm:t>
        <a:bodyPr/>
        <a:lstStyle/>
        <a:p>
          <a:r>
            <a:rPr lang="fr-FR"/>
            <a:t>• Rapide</a:t>
          </a:r>
          <a:endParaRPr lang="en-US"/>
        </a:p>
      </dgm:t>
    </dgm:pt>
    <dgm:pt modelId="{2AE11399-4452-4B3A-B869-DBD76918680A}" type="parTrans" cxnId="{1E54B5D8-B2AC-4394-B957-D29670A75527}">
      <dgm:prSet/>
      <dgm:spPr/>
      <dgm:t>
        <a:bodyPr/>
        <a:lstStyle/>
        <a:p>
          <a:endParaRPr lang="en-US"/>
        </a:p>
      </dgm:t>
    </dgm:pt>
    <dgm:pt modelId="{893496AA-F380-4E86-B845-FBC786A97CC8}" type="sibTrans" cxnId="{1E54B5D8-B2AC-4394-B957-D29670A75527}">
      <dgm:prSet/>
      <dgm:spPr/>
      <dgm:t>
        <a:bodyPr/>
        <a:lstStyle/>
        <a:p>
          <a:endParaRPr lang="en-US"/>
        </a:p>
      </dgm:t>
    </dgm:pt>
    <dgm:pt modelId="{BF16138C-F0A8-4779-8EDC-1539BDC3D612}">
      <dgm:prSet/>
      <dgm:spPr/>
      <dgm:t>
        <a:bodyPr/>
        <a:lstStyle/>
        <a:p>
          <a:r>
            <a:rPr lang="fr-FR"/>
            <a:t>• Interprétable</a:t>
          </a:r>
          <a:endParaRPr lang="en-US"/>
        </a:p>
      </dgm:t>
    </dgm:pt>
    <dgm:pt modelId="{8E6EF764-6F0D-4C5A-9DB6-1CB949F87F09}" type="parTrans" cxnId="{3E8FFF4C-98BC-45C2-A902-79C7BCA87C7C}">
      <dgm:prSet/>
      <dgm:spPr/>
      <dgm:t>
        <a:bodyPr/>
        <a:lstStyle/>
        <a:p>
          <a:endParaRPr lang="en-US"/>
        </a:p>
      </dgm:t>
    </dgm:pt>
    <dgm:pt modelId="{CCABD045-287F-431C-A803-88CB71746D8F}" type="sibTrans" cxnId="{3E8FFF4C-98BC-45C2-A902-79C7BCA87C7C}">
      <dgm:prSet/>
      <dgm:spPr/>
      <dgm:t>
        <a:bodyPr/>
        <a:lstStyle/>
        <a:p>
          <a:endParaRPr lang="en-US"/>
        </a:p>
      </dgm:t>
    </dgm:pt>
    <dgm:pt modelId="{1797B062-D327-4B77-A701-23EAF4EA5831}">
      <dgm:prSet/>
      <dgm:spPr/>
      <dgm:t>
        <a:bodyPr/>
        <a:lstStyle/>
        <a:p>
          <a:r>
            <a:rPr lang="fr-FR"/>
            <a:t>• Adapté aux données tabulaires</a:t>
          </a:r>
          <a:endParaRPr lang="en-US"/>
        </a:p>
      </dgm:t>
    </dgm:pt>
    <dgm:pt modelId="{31CCB3CA-317C-41C6-8D9C-FDCBE36C3CBB}" type="parTrans" cxnId="{BE4CBE9E-3DF6-4451-9837-D1B6A80CC45F}">
      <dgm:prSet/>
      <dgm:spPr/>
      <dgm:t>
        <a:bodyPr/>
        <a:lstStyle/>
        <a:p>
          <a:endParaRPr lang="en-US"/>
        </a:p>
      </dgm:t>
    </dgm:pt>
    <dgm:pt modelId="{0EBED488-2D27-482F-8051-59644F4D0893}" type="sibTrans" cxnId="{BE4CBE9E-3DF6-4451-9837-D1B6A80CC45F}">
      <dgm:prSet/>
      <dgm:spPr/>
      <dgm:t>
        <a:bodyPr/>
        <a:lstStyle/>
        <a:p>
          <a:endParaRPr lang="en-US"/>
        </a:p>
      </dgm:t>
    </dgm:pt>
    <dgm:pt modelId="{0F60B84D-A2FA-480C-9C83-C148F70BB13F}">
      <dgm:prSet/>
      <dgm:spPr/>
      <dgm:t>
        <a:bodyPr/>
        <a:lstStyle/>
        <a:p>
          <a:r>
            <a:rPr lang="fr-FR" b="1"/>
            <a:t>Évolution :</a:t>
          </a:r>
          <a:endParaRPr lang="en-US"/>
        </a:p>
      </dgm:t>
    </dgm:pt>
    <dgm:pt modelId="{AAA6D8E8-7A97-45D0-A374-7594C6D447B9}" type="parTrans" cxnId="{D3B0EBE4-4DA9-44CA-8F3E-EA8EFB3F4480}">
      <dgm:prSet/>
      <dgm:spPr/>
      <dgm:t>
        <a:bodyPr/>
        <a:lstStyle/>
        <a:p>
          <a:endParaRPr lang="en-US"/>
        </a:p>
      </dgm:t>
    </dgm:pt>
    <dgm:pt modelId="{5A8EE581-605B-41C0-98F4-B381FB250893}" type="sibTrans" cxnId="{D3B0EBE4-4DA9-44CA-8F3E-EA8EFB3F4480}">
      <dgm:prSet/>
      <dgm:spPr/>
      <dgm:t>
        <a:bodyPr/>
        <a:lstStyle/>
        <a:p>
          <a:endParaRPr lang="en-US"/>
        </a:p>
      </dgm:t>
    </dgm:pt>
    <dgm:pt modelId="{FF5E5C48-47AD-498F-A198-E1A19E7F671E}">
      <dgm:prSet/>
      <dgm:spPr/>
      <dgm:t>
        <a:bodyPr/>
        <a:lstStyle/>
        <a:p>
          <a:r>
            <a:rPr lang="fr-FR"/>
            <a:t>• XGBoost</a:t>
          </a:r>
          <a:endParaRPr lang="en-US"/>
        </a:p>
      </dgm:t>
    </dgm:pt>
    <dgm:pt modelId="{A781FB3A-BFBC-45B2-BD16-9A2A6F0138E6}" type="parTrans" cxnId="{2FA01293-A5C4-4D1A-9A50-90C924198A7D}">
      <dgm:prSet/>
      <dgm:spPr/>
      <dgm:t>
        <a:bodyPr/>
        <a:lstStyle/>
        <a:p>
          <a:endParaRPr lang="en-US"/>
        </a:p>
      </dgm:t>
    </dgm:pt>
    <dgm:pt modelId="{18B983BB-04EE-483E-AAF0-39E86ACDA863}" type="sibTrans" cxnId="{2FA01293-A5C4-4D1A-9A50-90C924198A7D}">
      <dgm:prSet/>
      <dgm:spPr/>
      <dgm:t>
        <a:bodyPr/>
        <a:lstStyle/>
        <a:p>
          <a:endParaRPr lang="en-US"/>
        </a:p>
      </dgm:t>
    </dgm:pt>
    <dgm:pt modelId="{C4B7B506-D9A5-40C2-B6D5-70B41C519945}">
      <dgm:prSet/>
      <dgm:spPr/>
      <dgm:t>
        <a:bodyPr/>
        <a:lstStyle/>
        <a:p>
          <a:r>
            <a:rPr lang="fr-FR"/>
            <a:t>• LSTM</a:t>
          </a:r>
          <a:endParaRPr lang="en-US"/>
        </a:p>
      </dgm:t>
    </dgm:pt>
    <dgm:pt modelId="{6E436626-7C77-4029-A072-60C6D730B247}" type="parTrans" cxnId="{9EA0083E-E97F-4870-A55A-185845174558}">
      <dgm:prSet/>
      <dgm:spPr/>
      <dgm:t>
        <a:bodyPr/>
        <a:lstStyle/>
        <a:p>
          <a:endParaRPr lang="en-US"/>
        </a:p>
      </dgm:t>
    </dgm:pt>
    <dgm:pt modelId="{785B3D2D-DA77-4DE5-81FB-6CF22E5FAF3D}" type="sibTrans" cxnId="{9EA0083E-E97F-4870-A55A-185845174558}">
      <dgm:prSet/>
      <dgm:spPr/>
      <dgm:t>
        <a:bodyPr/>
        <a:lstStyle/>
        <a:p>
          <a:endParaRPr lang="en-US"/>
        </a:p>
      </dgm:t>
    </dgm:pt>
    <dgm:pt modelId="{708D5B2A-5D6C-4EAD-8D5D-32248B7019E8}">
      <dgm:prSet/>
      <dgm:spPr/>
      <dgm:t>
        <a:bodyPr/>
        <a:lstStyle/>
        <a:p>
          <a:r>
            <a:rPr lang="fr-FR"/>
            <a:t>• Deep Learning</a:t>
          </a:r>
          <a:endParaRPr lang="en-US"/>
        </a:p>
      </dgm:t>
    </dgm:pt>
    <dgm:pt modelId="{5CE3A0E8-10ED-48C9-A697-21AED36EC784}" type="parTrans" cxnId="{1F9C9A34-0692-4DC8-B7A1-B10750ED55CB}">
      <dgm:prSet/>
      <dgm:spPr/>
      <dgm:t>
        <a:bodyPr/>
        <a:lstStyle/>
        <a:p>
          <a:endParaRPr lang="en-US"/>
        </a:p>
      </dgm:t>
    </dgm:pt>
    <dgm:pt modelId="{32F8DF1E-CD5E-4A92-9280-04493A5124EA}" type="sibTrans" cxnId="{1F9C9A34-0692-4DC8-B7A1-B10750ED55CB}">
      <dgm:prSet/>
      <dgm:spPr/>
      <dgm:t>
        <a:bodyPr/>
        <a:lstStyle/>
        <a:p>
          <a:endParaRPr lang="en-US"/>
        </a:p>
      </dgm:t>
    </dgm:pt>
    <dgm:pt modelId="{31ED1BE5-566D-4A1F-84F8-2F88A3552CF8}" type="pres">
      <dgm:prSet presAssocID="{C4794939-4FBD-4FC7-9840-7C8AD1E2FAF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019D3B2-00DF-4D24-A9CF-FD1BC62D7227}" type="pres">
      <dgm:prSet presAssocID="{F855AD77-D437-4527-9C59-D6A7294E972E}" presName="hierRoot1" presStyleCnt="0">
        <dgm:presLayoutVars>
          <dgm:hierBranch val="init"/>
        </dgm:presLayoutVars>
      </dgm:prSet>
      <dgm:spPr/>
    </dgm:pt>
    <dgm:pt modelId="{33D0F68C-BF9A-4DF8-8C69-FCF7CC1B9C8B}" type="pres">
      <dgm:prSet presAssocID="{F855AD77-D437-4527-9C59-D6A7294E972E}" presName="rootComposite1" presStyleCnt="0"/>
      <dgm:spPr/>
    </dgm:pt>
    <dgm:pt modelId="{E72B5404-F15E-4177-ABEE-FFE3E7AB15D0}" type="pres">
      <dgm:prSet presAssocID="{F855AD77-D437-4527-9C59-D6A7294E972E}" presName="rootText1" presStyleLbl="node0" presStyleIdx="0" presStyleCnt="4">
        <dgm:presLayoutVars>
          <dgm:chPref val="3"/>
        </dgm:presLayoutVars>
      </dgm:prSet>
      <dgm:spPr/>
    </dgm:pt>
    <dgm:pt modelId="{1011D185-19CF-4B64-82E8-5B187DBB2051}" type="pres">
      <dgm:prSet presAssocID="{F855AD77-D437-4527-9C59-D6A7294E972E}" presName="rootConnector1" presStyleLbl="node1" presStyleIdx="0" presStyleCnt="0"/>
      <dgm:spPr/>
    </dgm:pt>
    <dgm:pt modelId="{810BC8DD-9507-4A7A-840C-D3CFABA558F9}" type="pres">
      <dgm:prSet presAssocID="{F855AD77-D437-4527-9C59-D6A7294E972E}" presName="hierChild2" presStyleCnt="0"/>
      <dgm:spPr/>
    </dgm:pt>
    <dgm:pt modelId="{C0538095-A0D9-4AC2-8837-BCB1AE42485B}" type="pres">
      <dgm:prSet presAssocID="{F855AD77-D437-4527-9C59-D6A7294E972E}" presName="hierChild3" presStyleCnt="0"/>
      <dgm:spPr/>
    </dgm:pt>
    <dgm:pt modelId="{DCCD9545-EF4D-4CFD-AD63-9D1086063599}" type="pres">
      <dgm:prSet presAssocID="{53349CB1-824C-404B-B9C5-CEC31186EE74}" presName="hierRoot1" presStyleCnt="0">
        <dgm:presLayoutVars>
          <dgm:hierBranch val="init"/>
        </dgm:presLayoutVars>
      </dgm:prSet>
      <dgm:spPr/>
    </dgm:pt>
    <dgm:pt modelId="{4937D6DE-70A9-4A3C-A31F-84DB99FC834A}" type="pres">
      <dgm:prSet presAssocID="{53349CB1-824C-404B-B9C5-CEC31186EE74}" presName="rootComposite1" presStyleCnt="0"/>
      <dgm:spPr/>
    </dgm:pt>
    <dgm:pt modelId="{B6485A17-23F7-4EC8-98F8-0A5735F7BB8C}" type="pres">
      <dgm:prSet presAssocID="{53349CB1-824C-404B-B9C5-CEC31186EE74}" presName="rootText1" presStyleLbl="node0" presStyleIdx="1" presStyleCnt="4">
        <dgm:presLayoutVars>
          <dgm:chPref val="3"/>
        </dgm:presLayoutVars>
      </dgm:prSet>
      <dgm:spPr/>
    </dgm:pt>
    <dgm:pt modelId="{3D88595E-88F8-4C22-84D4-05D26BF55E38}" type="pres">
      <dgm:prSet presAssocID="{53349CB1-824C-404B-B9C5-CEC31186EE74}" presName="rootConnector1" presStyleLbl="node1" presStyleIdx="0" presStyleCnt="0"/>
      <dgm:spPr/>
    </dgm:pt>
    <dgm:pt modelId="{949BA2B1-2142-4228-8B1E-29189B0F908D}" type="pres">
      <dgm:prSet presAssocID="{53349CB1-824C-404B-B9C5-CEC31186EE74}" presName="hierChild2" presStyleCnt="0"/>
      <dgm:spPr/>
    </dgm:pt>
    <dgm:pt modelId="{853FE5E2-5811-471A-BAD9-F7F932DD5EBD}" type="pres">
      <dgm:prSet presAssocID="{53349CB1-824C-404B-B9C5-CEC31186EE74}" presName="hierChild3" presStyleCnt="0"/>
      <dgm:spPr/>
    </dgm:pt>
    <dgm:pt modelId="{76D784D1-5E34-4B7D-8C11-F9EE288A4FB7}" type="pres">
      <dgm:prSet presAssocID="{0DF21309-B64A-4912-9F57-3F77EDAE05BD}" presName="hierRoot1" presStyleCnt="0">
        <dgm:presLayoutVars>
          <dgm:hierBranch val="init"/>
        </dgm:presLayoutVars>
      </dgm:prSet>
      <dgm:spPr/>
    </dgm:pt>
    <dgm:pt modelId="{7F9DD32D-5C51-463A-A17C-737291B5EA39}" type="pres">
      <dgm:prSet presAssocID="{0DF21309-B64A-4912-9F57-3F77EDAE05BD}" presName="rootComposite1" presStyleCnt="0"/>
      <dgm:spPr/>
    </dgm:pt>
    <dgm:pt modelId="{E1477EA4-FD46-486B-B68E-A447A2D97818}" type="pres">
      <dgm:prSet presAssocID="{0DF21309-B64A-4912-9F57-3F77EDAE05BD}" presName="rootText1" presStyleLbl="node0" presStyleIdx="2" presStyleCnt="4">
        <dgm:presLayoutVars>
          <dgm:chPref val="3"/>
        </dgm:presLayoutVars>
      </dgm:prSet>
      <dgm:spPr/>
    </dgm:pt>
    <dgm:pt modelId="{0DEC7AB1-1B35-441F-A968-635BC32B2560}" type="pres">
      <dgm:prSet presAssocID="{0DF21309-B64A-4912-9F57-3F77EDAE05BD}" presName="rootConnector1" presStyleLbl="node1" presStyleIdx="0" presStyleCnt="0"/>
      <dgm:spPr/>
    </dgm:pt>
    <dgm:pt modelId="{26CBF3D7-F2C8-4694-A390-27E897CBCAE0}" type="pres">
      <dgm:prSet presAssocID="{0DF21309-B64A-4912-9F57-3F77EDAE05BD}" presName="hierChild2" presStyleCnt="0"/>
      <dgm:spPr/>
    </dgm:pt>
    <dgm:pt modelId="{9BDFDB0B-3DE9-4372-802B-6A6BBE39A62C}" type="pres">
      <dgm:prSet presAssocID="{2AE11399-4452-4B3A-B869-DBD76918680A}" presName="Name64" presStyleLbl="parChTrans1D2" presStyleIdx="0" presStyleCnt="6"/>
      <dgm:spPr/>
    </dgm:pt>
    <dgm:pt modelId="{68C4F294-6DB7-4576-8FB2-57F378851FD2}" type="pres">
      <dgm:prSet presAssocID="{F956DB1C-4904-4C47-9508-7058377DA39C}" presName="hierRoot2" presStyleCnt="0">
        <dgm:presLayoutVars>
          <dgm:hierBranch val="init"/>
        </dgm:presLayoutVars>
      </dgm:prSet>
      <dgm:spPr/>
    </dgm:pt>
    <dgm:pt modelId="{D9EEF901-DAF4-46DF-8C1D-AB6CC740B0F3}" type="pres">
      <dgm:prSet presAssocID="{F956DB1C-4904-4C47-9508-7058377DA39C}" presName="rootComposite" presStyleCnt="0"/>
      <dgm:spPr/>
    </dgm:pt>
    <dgm:pt modelId="{4C778D92-18E1-4D89-85A9-E5BB8ADF3FAC}" type="pres">
      <dgm:prSet presAssocID="{F956DB1C-4904-4C47-9508-7058377DA39C}" presName="rootText" presStyleLbl="node2" presStyleIdx="0" presStyleCnt="6">
        <dgm:presLayoutVars>
          <dgm:chPref val="3"/>
        </dgm:presLayoutVars>
      </dgm:prSet>
      <dgm:spPr/>
    </dgm:pt>
    <dgm:pt modelId="{C897356F-FEA2-47DD-A6DB-DDCECF57E9AE}" type="pres">
      <dgm:prSet presAssocID="{F956DB1C-4904-4C47-9508-7058377DA39C}" presName="rootConnector" presStyleLbl="node2" presStyleIdx="0" presStyleCnt="6"/>
      <dgm:spPr/>
    </dgm:pt>
    <dgm:pt modelId="{3392C894-1751-4365-8742-0D5B7D9CF128}" type="pres">
      <dgm:prSet presAssocID="{F956DB1C-4904-4C47-9508-7058377DA39C}" presName="hierChild4" presStyleCnt="0"/>
      <dgm:spPr/>
    </dgm:pt>
    <dgm:pt modelId="{D2B297E0-34F2-438E-A891-5B1FB232FA78}" type="pres">
      <dgm:prSet presAssocID="{F956DB1C-4904-4C47-9508-7058377DA39C}" presName="hierChild5" presStyleCnt="0"/>
      <dgm:spPr/>
    </dgm:pt>
    <dgm:pt modelId="{25002426-D46B-4B4A-B9A9-0090A4BB7576}" type="pres">
      <dgm:prSet presAssocID="{8E6EF764-6F0D-4C5A-9DB6-1CB949F87F09}" presName="Name64" presStyleLbl="parChTrans1D2" presStyleIdx="1" presStyleCnt="6"/>
      <dgm:spPr/>
    </dgm:pt>
    <dgm:pt modelId="{DF654C3E-714A-455F-B395-BD0F4DDE0920}" type="pres">
      <dgm:prSet presAssocID="{BF16138C-F0A8-4779-8EDC-1539BDC3D612}" presName="hierRoot2" presStyleCnt="0">
        <dgm:presLayoutVars>
          <dgm:hierBranch val="init"/>
        </dgm:presLayoutVars>
      </dgm:prSet>
      <dgm:spPr/>
    </dgm:pt>
    <dgm:pt modelId="{9F9D14A4-B3F6-4102-9CC2-A7A546E34307}" type="pres">
      <dgm:prSet presAssocID="{BF16138C-F0A8-4779-8EDC-1539BDC3D612}" presName="rootComposite" presStyleCnt="0"/>
      <dgm:spPr/>
    </dgm:pt>
    <dgm:pt modelId="{4CB5D340-A919-4E8A-AEED-11DC02EEB65D}" type="pres">
      <dgm:prSet presAssocID="{BF16138C-F0A8-4779-8EDC-1539BDC3D612}" presName="rootText" presStyleLbl="node2" presStyleIdx="1" presStyleCnt="6">
        <dgm:presLayoutVars>
          <dgm:chPref val="3"/>
        </dgm:presLayoutVars>
      </dgm:prSet>
      <dgm:spPr/>
    </dgm:pt>
    <dgm:pt modelId="{6EA1C36C-8337-4D27-95F3-1AFC0F792AD2}" type="pres">
      <dgm:prSet presAssocID="{BF16138C-F0A8-4779-8EDC-1539BDC3D612}" presName="rootConnector" presStyleLbl="node2" presStyleIdx="1" presStyleCnt="6"/>
      <dgm:spPr/>
    </dgm:pt>
    <dgm:pt modelId="{030958AB-4920-4E3A-8A02-AF227BAEE5B2}" type="pres">
      <dgm:prSet presAssocID="{BF16138C-F0A8-4779-8EDC-1539BDC3D612}" presName="hierChild4" presStyleCnt="0"/>
      <dgm:spPr/>
    </dgm:pt>
    <dgm:pt modelId="{710DA511-C9A9-432B-8DD7-1D8E369C943D}" type="pres">
      <dgm:prSet presAssocID="{BF16138C-F0A8-4779-8EDC-1539BDC3D612}" presName="hierChild5" presStyleCnt="0"/>
      <dgm:spPr/>
    </dgm:pt>
    <dgm:pt modelId="{D4FCEDC9-9BA8-48AF-96CA-8FC53508FBE8}" type="pres">
      <dgm:prSet presAssocID="{31CCB3CA-317C-41C6-8D9C-FDCBE36C3CBB}" presName="Name64" presStyleLbl="parChTrans1D2" presStyleIdx="2" presStyleCnt="6"/>
      <dgm:spPr/>
    </dgm:pt>
    <dgm:pt modelId="{1D25E588-B13C-4D6F-8C09-4E44C0CDBB19}" type="pres">
      <dgm:prSet presAssocID="{1797B062-D327-4B77-A701-23EAF4EA5831}" presName="hierRoot2" presStyleCnt="0">
        <dgm:presLayoutVars>
          <dgm:hierBranch val="init"/>
        </dgm:presLayoutVars>
      </dgm:prSet>
      <dgm:spPr/>
    </dgm:pt>
    <dgm:pt modelId="{6FE2CBE5-D993-4509-8955-DF7E4509D953}" type="pres">
      <dgm:prSet presAssocID="{1797B062-D327-4B77-A701-23EAF4EA5831}" presName="rootComposite" presStyleCnt="0"/>
      <dgm:spPr/>
    </dgm:pt>
    <dgm:pt modelId="{E8A213C9-0B77-4A7A-BE5B-7E52343C0A41}" type="pres">
      <dgm:prSet presAssocID="{1797B062-D327-4B77-A701-23EAF4EA5831}" presName="rootText" presStyleLbl="node2" presStyleIdx="2" presStyleCnt="6">
        <dgm:presLayoutVars>
          <dgm:chPref val="3"/>
        </dgm:presLayoutVars>
      </dgm:prSet>
      <dgm:spPr/>
    </dgm:pt>
    <dgm:pt modelId="{7F928D24-7BCB-4620-B882-9BB0B1821537}" type="pres">
      <dgm:prSet presAssocID="{1797B062-D327-4B77-A701-23EAF4EA5831}" presName="rootConnector" presStyleLbl="node2" presStyleIdx="2" presStyleCnt="6"/>
      <dgm:spPr/>
    </dgm:pt>
    <dgm:pt modelId="{A5EFF97E-88ED-436A-A52E-23E6B3CDBB44}" type="pres">
      <dgm:prSet presAssocID="{1797B062-D327-4B77-A701-23EAF4EA5831}" presName="hierChild4" presStyleCnt="0"/>
      <dgm:spPr/>
    </dgm:pt>
    <dgm:pt modelId="{3A61A19C-1AEC-4418-883C-118E534A0CC5}" type="pres">
      <dgm:prSet presAssocID="{1797B062-D327-4B77-A701-23EAF4EA5831}" presName="hierChild5" presStyleCnt="0"/>
      <dgm:spPr/>
    </dgm:pt>
    <dgm:pt modelId="{806C03A8-EBC4-4109-AB1F-8D56C3CB2826}" type="pres">
      <dgm:prSet presAssocID="{0DF21309-B64A-4912-9F57-3F77EDAE05BD}" presName="hierChild3" presStyleCnt="0"/>
      <dgm:spPr/>
    </dgm:pt>
    <dgm:pt modelId="{60696EEC-3088-4FB0-883C-30737A5BD6D6}" type="pres">
      <dgm:prSet presAssocID="{0F60B84D-A2FA-480C-9C83-C148F70BB13F}" presName="hierRoot1" presStyleCnt="0">
        <dgm:presLayoutVars>
          <dgm:hierBranch val="init"/>
        </dgm:presLayoutVars>
      </dgm:prSet>
      <dgm:spPr/>
    </dgm:pt>
    <dgm:pt modelId="{E500E449-BB5E-490A-A4CA-B889FB77D6DE}" type="pres">
      <dgm:prSet presAssocID="{0F60B84D-A2FA-480C-9C83-C148F70BB13F}" presName="rootComposite1" presStyleCnt="0"/>
      <dgm:spPr/>
    </dgm:pt>
    <dgm:pt modelId="{528701DA-9D06-4241-942F-44A0906A1796}" type="pres">
      <dgm:prSet presAssocID="{0F60B84D-A2FA-480C-9C83-C148F70BB13F}" presName="rootText1" presStyleLbl="node0" presStyleIdx="3" presStyleCnt="4">
        <dgm:presLayoutVars>
          <dgm:chPref val="3"/>
        </dgm:presLayoutVars>
      </dgm:prSet>
      <dgm:spPr/>
    </dgm:pt>
    <dgm:pt modelId="{49E825AD-BEF6-4481-A962-4BEA8051D29E}" type="pres">
      <dgm:prSet presAssocID="{0F60B84D-A2FA-480C-9C83-C148F70BB13F}" presName="rootConnector1" presStyleLbl="node1" presStyleIdx="0" presStyleCnt="0"/>
      <dgm:spPr/>
    </dgm:pt>
    <dgm:pt modelId="{76B97350-B095-4641-BED0-9140B3B57A43}" type="pres">
      <dgm:prSet presAssocID="{0F60B84D-A2FA-480C-9C83-C148F70BB13F}" presName="hierChild2" presStyleCnt="0"/>
      <dgm:spPr/>
    </dgm:pt>
    <dgm:pt modelId="{7ED6EB6E-EB86-40C8-B5F7-E43F68BB40CA}" type="pres">
      <dgm:prSet presAssocID="{A781FB3A-BFBC-45B2-BD16-9A2A6F0138E6}" presName="Name64" presStyleLbl="parChTrans1D2" presStyleIdx="3" presStyleCnt="6"/>
      <dgm:spPr/>
    </dgm:pt>
    <dgm:pt modelId="{619277BB-2E32-4037-887A-B987A123FB27}" type="pres">
      <dgm:prSet presAssocID="{FF5E5C48-47AD-498F-A198-E1A19E7F671E}" presName="hierRoot2" presStyleCnt="0">
        <dgm:presLayoutVars>
          <dgm:hierBranch val="init"/>
        </dgm:presLayoutVars>
      </dgm:prSet>
      <dgm:spPr/>
    </dgm:pt>
    <dgm:pt modelId="{73B2AE1D-84CE-467D-B371-90B345C4FD2E}" type="pres">
      <dgm:prSet presAssocID="{FF5E5C48-47AD-498F-A198-E1A19E7F671E}" presName="rootComposite" presStyleCnt="0"/>
      <dgm:spPr/>
    </dgm:pt>
    <dgm:pt modelId="{427D55FF-3FA9-4A1E-BC6C-52E1E0EDAA48}" type="pres">
      <dgm:prSet presAssocID="{FF5E5C48-47AD-498F-A198-E1A19E7F671E}" presName="rootText" presStyleLbl="node2" presStyleIdx="3" presStyleCnt="6">
        <dgm:presLayoutVars>
          <dgm:chPref val="3"/>
        </dgm:presLayoutVars>
      </dgm:prSet>
      <dgm:spPr/>
    </dgm:pt>
    <dgm:pt modelId="{2EDA60F3-3BB6-433F-9056-FAB9511BAD5B}" type="pres">
      <dgm:prSet presAssocID="{FF5E5C48-47AD-498F-A198-E1A19E7F671E}" presName="rootConnector" presStyleLbl="node2" presStyleIdx="3" presStyleCnt="6"/>
      <dgm:spPr/>
    </dgm:pt>
    <dgm:pt modelId="{38215A44-01E2-474A-9606-8758C5D7F85F}" type="pres">
      <dgm:prSet presAssocID="{FF5E5C48-47AD-498F-A198-E1A19E7F671E}" presName="hierChild4" presStyleCnt="0"/>
      <dgm:spPr/>
    </dgm:pt>
    <dgm:pt modelId="{91631CD1-2793-4EE1-9C42-18353191F2BA}" type="pres">
      <dgm:prSet presAssocID="{FF5E5C48-47AD-498F-A198-E1A19E7F671E}" presName="hierChild5" presStyleCnt="0"/>
      <dgm:spPr/>
    </dgm:pt>
    <dgm:pt modelId="{9DD1D1C2-81DB-4F52-82FD-0D67D3FB1DAA}" type="pres">
      <dgm:prSet presAssocID="{6E436626-7C77-4029-A072-60C6D730B247}" presName="Name64" presStyleLbl="parChTrans1D2" presStyleIdx="4" presStyleCnt="6"/>
      <dgm:spPr/>
    </dgm:pt>
    <dgm:pt modelId="{A2568A22-7716-44A2-8586-5D38C68A192C}" type="pres">
      <dgm:prSet presAssocID="{C4B7B506-D9A5-40C2-B6D5-70B41C519945}" presName="hierRoot2" presStyleCnt="0">
        <dgm:presLayoutVars>
          <dgm:hierBranch val="init"/>
        </dgm:presLayoutVars>
      </dgm:prSet>
      <dgm:spPr/>
    </dgm:pt>
    <dgm:pt modelId="{757B9787-73CF-46D1-8F3E-83837A20D83D}" type="pres">
      <dgm:prSet presAssocID="{C4B7B506-D9A5-40C2-B6D5-70B41C519945}" presName="rootComposite" presStyleCnt="0"/>
      <dgm:spPr/>
    </dgm:pt>
    <dgm:pt modelId="{27BB6CEF-5FB0-4F4C-B7FF-38BC3998DCBB}" type="pres">
      <dgm:prSet presAssocID="{C4B7B506-D9A5-40C2-B6D5-70B41C519945}" presName="rootText" presStyleLbl="node2" presStyleIdx="4" presStyleCnt="6">
        <dgm:presLayoutVars>
          <dgm:chPref val="3"/>
        </dgm:presLayoutVars>
      </dgm:prSet>
      <dgm:spPr/>
    </dgm:pt>
    <dgm:pt modelId="{F30189DD-814B-4AEE-A13A-7D1220B64C75}" type="pres">
      <dgm:prSet presAssocID="{C4B7B506-D9A5-40C2-B6D5-70B41C519945}" presName="rootConnector" presStyleLbl="node2" presStyleIdx="4" presStyleCnt="6"/>
      <dgm:spPr/>
    </dgm:pt>
    <dgm:pt modelId="{A444C524-1FC2-4A41-BC46-38D22C9B97BD}" type="pres">
      <dgm:prSet presAssocID="{C4B7B506-D9A5-40C2-B6D5-70B41C519945}" presName="hierChild4" presStyleCnt="0"/>
      <dgm:spPr/>
    </dgm:pt>
    <dgm:pt modelId="{0DBFC4D3-E9CC-49BF-8CCD-57269CC6E475}" type="pres">
      <dgm:prSet presAssocID="{C4B7B506-D9A5-40C2-B6D5-70B41C519945}" presName="hierChild5" presStyleCnt="0"/>
      <dgm:spPr/>
    </dgm:pt>
    <dgm:pt modelId="{5E9EAB94-B6F7-4392-9CCE-E4930CEE8CB1}" type="pres">
      <dgm:prSet presAssocID="{5CE3A0E8-10ED-48C9-A697-21AED36EC784}" presName="Name64" presStyleLbl="parChTrans1D2" presStyleIdx="5" presStyleCnt="6"/>
      <dgm:spPr/>
    </dgm:pt>
    <dgm:pt modelId="{C50D0FF3-2730-49B5-BB11-773B44B80256}" type="pres">
      <dgm:prSet presAssocID="{708D5B2A-5D6C-4EAD-8D5D-32248B7019E8}" presName="hierRoot2" presStyleCnt="0">
        <dgm:presLayoutVars>
          <dgm:hierBranch val="init"/>
        </dgm:presLayoutVars>
      </dgm:prSet>
      <dgm:spPr/>
    </dgm:pt>
    <dgm:pt modelId="{8CE55B67-5CB7-4E44-AB42-50A479A616D1}" type="pres">
      <dgm:prSet presAssocID="{708D5B2A-5D6C-4EAD-8D5D-32248B7019E8}" presName="rootComposite" presStyleCnt="0"/>
      <dgm:spPr/>
    </dgm:pt>
    <dgm:pt modelId="{867202FE-C6CF-4C21-8017-DE673A205FB7}" type="pres">
      <dgm:prSet presAssocID="{708D5B2A-5D6C-4EAD-8D5D-32248B7019E8}" presName="rootText" presStyleLbl="node2" presStyleIdx="5" presStyleCnt="6">
        <dgm:presLayoutVars>
          <dgm:chPref val="3"/>
        </dgm:presLayoutVars>
      </dgm:prSet>
      <dgm:spPr/>
    </dgm:pt>
    <dgm:pt modelId="{93802E6C-1B4F-417A-B178-A10030937DF0}" type="pres">
      <dgm:prSet presAssocID="{708D5B2A-5D6C-4EAD-8D5D-32248B7019E8}" presName="rootConnector" presStyleLbl="node2" presStyleIdx="5" presStyleCnt="6"/>
      <dgm:spPr/>
    </dgm:pt>
    <dgm:pt modelId="{529B2EFF-4C03-4CD9-9A1E-7C25FCE5AF48}" type="pres">
      <dgm:prSet presAssocID="{708D5B2A-5D6C-4EAD-8D5D-32248B7019E8}" presName="hierChild4" presStyleCnt="0"/>
      <dgm:spPr/>
    </dgm:pt>
    <dgm:pt modelId="{102DAC20-C419-43A2-A43A-444220B4077E}" type="pres">
      <dgm:prSet presAssocID="{708D5B2A-5D6C-4EAD-8D5D-32248B7019E8}" presName="hierChild5" presStyleCnt="0"/>
      <dgm:spPr/>
    </dgm:pt>
    <dgm:pt modelId="{30359221-7A65-4F05-BFBC-6DA3540A2F38}" type="pres">
      <dgm:prSet presAssocID="{0F60B84D-A2FA-480C-9C83-C148F70BB13F}" presName="hierChild3" presStyleCnt="0"/>
      <dgm:spPr/>
    </dgm:pt>
  </dgm:ptLst>
  <dgm:cxnLst>
    <dgm:cxn modelId="{5741E704-5AEB-4E92-B8EA-EF9A8851CF78}" type="presOf" srcId="{BF16138C-F0A8-4779-8EDC-1539BDC3D612}" destId="{4CB5D340-A919-4E8A-AEED-11DC02EEB65D}" srcOrd="0" destOrd="0" presId="urn:microsoft.com/office/officeart/2009/3/layout/HorizontalOrganizationChart"/>
    <dgm:cxn modelId="{28DD260D-8119-4BB4-A1A9-AB6622CB17F7}" type="presOf" srcId="{F855AD77-D437-4527-9C59-D6A7294E972E}" destId="{1011D185-19CF-4B64-82E8-5B187DBB2051}" srcOrd="1" destOrd="0" presId="urn:microsoft.com/office/officeart/2009/3/layout/HorizontalOrganizationChart"/>
    <dgm:cxn modelId="{90CF2110-847B-4A85-9E8C-70142A9AE6F2}" type="presOf" srcId="{708D5B2A-5D6C-4EAD-8D5D-32248B7019E8}" destId="{867202FE-C6CF-4C21-8017-DE673A205FB7}" srcOrd="0" destOrd="0" presId="urn:microsoft.com/office/officeart/2009/3/layout/HorizontalOrganizationChart"/>
    <dgm:cxn modelId="{7A14EF15-17F5-4A86-86C0-3CFFE1B6CEB0}" type="presOf" srcId="{6E436626-7C77-4029-A072-60C6D730B247}" destId="{9DD1D1C2-81DB-4F52-82FD-0D67D3FB1DAA}" srcOrd="0" destOrd="0" presId="urn:microsoft.com/office/officeart/2009/3/layout/HorizontalOrganizationChart"/>
    <dgm:cxn modelId="{28271117-41AF-4A95-8E8C-DFF5113CF2FA}" type="presOf" srcId="{31CCB3CA-317C-41C6-8D9C-FDCBE36C3CBB}" destId="{D4FCEDC9-9BA8-48AF-96CA-8FC53508FBE8}" srcOrd="0" destOrd="0" presId="urn:microsoft.com/office/officeart/2009/3/layout/HorizontalOrganizationChart"/>
    <dgm:cxn modelId="{363CD925-53A0-4112-8447-E2BB5A147E02}" type="presOf" srcId="{53349CB1-824C-404B-B9C5-CEC31186EE74}" destId="{3D88595E-88F8-4C22-84D4-05D26BF55E38}" srcOrd="1" destOrd="0" presId="urn:microsoft.com/office/officeart/2009/3/layout/HorizontalOrganizationChart"/>
    <dgm:cxn modelId="{4FCE6A2B-0906-4890-A516-EAA77689074B}" type="presOf" srcId="{FF5E5C48-47AD-498F-A198-E1A19E7F671E}" destId="{427D55FF-3FA9-4A1E-BC6C-52E1E0EDAA48}" srcOrd="0" destOrd="0" presId="urn:microsoft.com/office/officeart/2009/3/layout/HorizontalOrganizationChart"/>
    <dgm:cxn modelId="{1A040C34-6B43-4CE9-AE49-30BFD50206AB}" type="presOf" srcId="{0F60B84D-A2FA-480C-9C83-C148F70BB13F}" destId="{49E825AD-BEF6-4481-A962-4BEA8051D29E}" srcOrd="1" destOrd="0" presId="urn:microsoft.com/office/officeart/2009/3/layout/HorizontalOrganizationChart"/>
    <dgm:cxn modelId="{1F9C9A34-0692-4DC8-B7A1-B10750ED55CB}" srcId="{0F60B84D-A2FA-480C-9C83-C148F70BB13F}" destId="{708D5B2A-5D6C-4EAD-8D5D-32248B7019E8}" srcOrd="2" destOrd="0" parTransId="{5CE3A0E8-10ED-48C9-A697-21AED36EC784}" sibTransId="{32F8DF1E-CD5E-4A92-9280-04493A5124EA}"/>
    <dgm:cxn modelId="{05BF4A39-EAED-45E3-9823-1E59AE086B2C}" type="presOf" srcId="{C4B7B506-D9A5-40C2-B6D5-70B41C519945}" destId="{F30189DD-814B-4AEE-A13A-7D1220B64C75}" srcOrd="1" destOrd="0" presId="urn:microsoft.com/office/officeart/2009/3/layout/HorizontalOrganizationChart"/>
    <dgm:cxn modelId="{9EA0083E-E97F-4870-A55A-185845174558}" srcId="{0F60B84D-A2FA-480C-9C83-C148F70BB13F}" destId="{C4B7B506-D9A5-40C2-B6D5-70B41C519945}" srcOrd="1" destOrd="0" parTransId="{6E436626-7C77-4029-A072-60C6D730B247}" sibTransId="{785B3D2D-DA77-4DE5-81FB-6CF22E5FAF3D}"/>
    <dgm:cxn modelId="{88FA4240-D3CE-4A93-A030-33285F66AA12}" type="presOf" srcId="{8E6EF764-6F0D-4C5A-9DB6-1CB949F87F09}" destId="{25002426-D46B-4B4A-B9A9-0090A4BB7576}" srcOrd="0" destOrd="0" presId="urn:microsoft.com/office/officeart/2009/3/layout/HorizontalOrganizationChart"/>
    <dgm:cxn modelId="{79610D5C-648B-44D7-A3D6-595F5AEAB57A}" type="presOf" srcId="{1797B062-D327-4B77-A701-23EAF4EA5831}" destId="{E8A213C9-0B77-4A7A-BE5B-7E52343C0A41}" srcOrd="0" destOrd="0" presId="urn:microsoft.com/office/officeart/2009/3/layout/HorizontalOrganizationChart"/>
    <dgm:cxn modelId="{CD296941-C7A0-42D3-9EF2-7F4C23686F02}" type="presOf" srcId="{FF5E5C48-47AD-498F-A198-E1A19E7F671E}" destId="{2EDA60F3-3BB6-433F-9056-FAB9511BAD5B}" srcOrd="1" destOrd="0" presId="urn:microsoft.com/office/officeart/2009/3/layout/HorizontalOrganizationChart"/>
    <dgm:cxn modelId="{D4CA0643-C720-4C0F-945B-66A513C7C671}" type="presOf" srcId="{C4794939-4FBD-4FC7-9840-7C8AD1E2FAF3}" destId="{31ED1BE5-566D-4A1F-84F8-2F88A3552CF8}" srcOrd="0" destOrd="0" presId="urn:microsoft.com/office/officeart/2009/3/layout/HorizontalOrganizationChart"/>
    <dgm:cxn modelId="{E9563E45-97C0-43E8-B278-945FC02058DA}" type="presOf" srcId="{708D5B2A-5D6C-4EAD-8D5D-32248B7019E8}" destId="{93802E6C-1B4F-417A-B178-A10030937DF0}" srcOrd="1" destOrd="0" presId="urn:microsoft.com/office/officeart/2009/3/layout/HorizontalOrganizationChart"/>
    <dgm:cxn modelId="{CC65C946-9EFD-42C1-B37F-EE9CC3EE501A}" type="presOf" srcId="{A781FB3A-BFBC-45B2-BD16-9A2A6F0138E6}" destId="{7ED6EB6E-EB86-40C8-B5F7-E43F68BB40CA}" srcOrd="0" destOrd="0" presId="urn:microsoft.com/office/officeart/2009/3/layout/HorizontalOrganizationChart"/>
    <dgm:cxn modelId="{3863E36A-B485-476C-BDB6-3D670888024F}" type="presOf" srcId="{5CE3A0E8-10ED-48C9-A697-21AED36EC784}" destId="{5E9EAB94-B6F7-4392-9CCE-E4930CEE8CB1}" srcOrd="0" destOrd="0" presId="urn:microsoft.com/office/officeart/2009/3/layout/HorizontalOrganizationChart"/>
    <dgm:cxn modelId="{3E8FFF4C-98BC-45C2-A902-79C7BCA87C7C}" srcId="{0DF21309-B64A-4912-9F57-3F77EDAE05BD}" destId="{BF16138C-F0A8-4779-8EDC-1539BDC3D612}" srcOrd="1" destOrd="0" parTransId="{8E6EF764-6F0D-4C5A-9DB6-1CB949F87F09}" sibTransId="{CCABD045-287F-431C-A803-88CB71746D8F}"/>
    <dgm:cxn modelId="{EBBD8456-CD4C-4CDD-ADE6-A67FD5AE71F3}" type="presOf" srcId="{F956DB1C-4904-4C47-9508-7058377DA39C}" destId="{4C778D92-18E1-4D89-85A9-E5BB8ADF3FAC}" srcOrd="0" destOrd="0" presId="urn:microsoft.com/office/officeart/2009/3/layout/HorizontalOrganizationChart"/>
    <dgm:cxn modelId="{2F012A79-34EE-418D-AC6D-34B05B8CE6B5}" type="presOf" srcId="{2AE11399-4452-4B3A-B869-DBD76918680A}" destId="{9BDFDB0B-3DE9-4372-802B-6A6BBE39A62C}" srcOrd="0" destOrd="0" presId="urn:microsoft.com/office/officeart/2009/3/layout/HorizontalOrganizationChart"/>
    <dgm:cxn modelId="{5F61945A-1427-487A-8EC0-64CA268290F1}" type="presOf" srcId="{C4B7B506-D9A5-40C2-B6D5-70B41C519945}" destId="{27BB6CEF-5FB0-4F4C-B7FF-38BC3998DCBB}" srcOrd="0" destOrd="0" presId="urn:microsoft.com/office/officeart/2009/3/layout/HorizontalOrganizationChart"/>
    <dgm:cxn modelId="{6DBA7F80-0335-41E7-A540-CCA4F1F2FC53}" srcId="{C4794939-4FBD-4FC7-9840-7C8AD1E2FAF3}" destId="{F855AD77-D437-4527-9C59-D6A7294E972E}" srcOrd="0" destOrd="0" parTransId="{707F8707-22A8-4033-9F0C-8790DA73D4F2}" sibTransId="{1F900936-F3CD-4389-918B-15896F834AA1}"/>
    <dgm:cxn modelId="{0C41D183-EEF5-4B71-9C98-E59A61E12AC0}" type="presOf" srcId="{0DF21309-B64A-4912-9F57-3F77EDAE05BD}" destId="{E1477EA4-FD46-486B-B68E-A447A2D97818}" srcOrd="0" destOrd="0" presId="urn:microsoft.com/office/officeart/2009/3/layout/HorizontalOrganizationChart"/>
    <dgm:cxn modelId="{C00A7D88-4EE7-410B-B043-12ABE0332D71}" srcId="{C4794939-4FBD-4FC7-9840-7C8AD1E2FAF3}" destId="{0DF21309-B64A-4912-9F57-3F77EDAE05BD}" srcOrd="2" destOrd="0" parTransId="{D4F5065E-5132-48C9-BDBB-8C421BEB18DF}" sibTransId="{43BF7278-5C1D-46E7-9044-E8FE3D41369A}"/>
    <dgm:cxn modelId="{2FA01293-A5C4-4D1A-9A50-90C924198A7D}" srcId="{0F60B84D-A2FA-480C-9C83-C148F70BB13F}" destId="{FF5E5C48-47AD-498F-A198-E1A19E7F671E}" srcOrd="0" destOrd="0" parTransId="{A781FB3A-BFBC-45B2-BD16-9A2A6F0138E6}" sibTransId="{18B983BB-04EE-483E-AAF0-39E86ACDA863}"/>
    <dgm:cxn modelId="{3369599E-B475-48DC-BB65-D806309F06CB}" type="presOf" srcId="{0F60B84D-A2FA-480C-9C83-C148F70BB13F}" destId="{528701DA-9D06-4241-942F-44A0906A1796}" srcOrd="0" destOrd="0" presId="urn:microsoft.com/office/officeart/2009/3/layout/HorizontalOrganizationChart"/>
    <dgm:cxn modelId="{BE4CBE9E-3DF6-4451-9837-D1B6A80CC45F}" srcId="{0DF21309-B64A-4912-9F57-3F77EDAE05BD}" destId="{1797B062-D327-4B77-A701-23EAF4EA5831}" srcOrd="2" destOrd="0" parTransId="{31CCB3CA-317C-41C6-8D9C-FDCBE36C3CBB}" sibTransId="{0EBED488-2D27-482F-8051-59644F4D0893}"/>
    <dgm:cxn modelId="{85CDADA0-1FB2-4937-94C4-5F918726D857}" type="presOf" srcId="{53349CB1-824C-404B-B9C5-CEC31186EE74}" destId="{B6485A17-23F7-4EC8-98F8-0A5735F7BB8C}" srcOrd="0" destOrd="0" presId="urn:microsoft.com/office/officeart/2009/3/layout/HorizontalOrganizationChart"/>
    <dgm:cxn modelId="{99655AB4-7DA4-4E87-8EF7-D68E77193A70}" type="presOf" srcId="{1797B062-D327-4B77-A701-23EAF4EA5831}" destId="{7F928D24-7BCB-4620-B882-9BB0B1821537}" srcOrd="1" destOrd="0" presId="urn:microsoft.com/office/officeart/2009/3/layout/HorizontalOrganizationChart"/>
    <dgm:cxn modelId="{A289C9BC-C11D-4543-B36D-8C3EC82A9367}" srcId="{C4794939-4FBD-4FC7-9840-7C8AD1E2FAF3}" destId="{53349CB1-824C-404B-B9C5-CEC31186EE74}" srcOrd="1" destOrd="0" parTransId="{28E7C97B-6306-440F-82FC-DA2A624CD361}" sibTransId="{BE9344EA-382C-4ECD-94EA-1E2D487F3EF7}"/>
    <dgm:cxn modelId="{1E54B5D8-B2AC-4394-B957-D29670A75527}" srcId="{0DF21309-B64A-4912-9F57-3F77EDAE05BD}" destId="{F956DB1C-4904-4C47-9508-7058377DA39C}" srcOrd="0" destOrd="0" parTransId="{2AE11399-4452-4B3A-B869-DBD76918680A}" sibTransId="{893496AA-F380-4E86-B845-FBC786A97CC8}"/>
    <dgm:cxn modelId="{D19A28E0-9F82-4277-A8DF-0E973D5B37F4}" type="presOf" srcId="{BF16138C-F0A8-4779-8EDC-1539BDC3D612}" destId="{6EA1C36C-8337-4D27-95F3-1AFC0F792AD2}" srcOrd="1" destOrd="0" presId="urn:microsoft.com/office/officeart/2009/3/layout/HorizontalOrganizationChart"/>
    <dgm:cxn modelId="{D3B0EBE4-4DA9-44CA-8F3E-EA8EFB3F4480}" srcId="{C4794939-4FBD-4FC7-9840-7C8AD1E2FAF3}" destId="{0F60B84D-A2FA-480C-9C83-C148F70BB13F}" srcOrd="3" destOrd="0" parTransId="{AAA6D8E8-7A97-45D0-A374-7594C6D447B9}" sibTransId="{5A8EE581-605B-41C0-98F4-B381FB250893}"/>
    <dgm:cxn modelId="{EAA79FF2-7044-47E4-8FFC-02B99EF3A2FD}" type="presOf" srcId="{0DF21309-B64A-4912-9F57-3F77EDAE05BD}" destId="{0DEC7AB1-1B35-441F-A968-635BC32B2560}" srcOrd="1" destOrd="0" presId="urn:microsoft.com/office/officeart/2009/3/layout/HorizontalOrganizationChart"/>
    <dgm:cxn modelId="{99119BFA-E41C-4F34-90EA-8E80539EAD4D}" type="presOf" srcId="{F956DB1C-4904-4C47-9508-7058377DA39C}" destId="{C897356F-FEA2-47DD-A6DB-DDCECF57E9AE}" srcOrd="1" destOrd="0" presId="urn:microsoft.com/office/officeart/2009/3/layout/HorizontalOrganizationChart"/>
    <dgm:cxn modelId="{4D2175FC-EE8C-4CF1-9739-CDEC354DB9B6}" type="presOf" srcId="{F855AD77-D437-4527-9C59-D6A7294E972E}" destId="{E72B5404-F15E-4177-ABEE-FFE3E7AB15D0}" srcOrd="0" destOrd="0" presId="urn:microsoft.com/office/officeart/2009/3/layout/HorizontalOrganizationChart"/>
    <dgm:cxn modelId="{975CA593-9A30-48EE-ABD3-D2AA04F34CDE}" type="presParOf" srcId="{31ED1BE5-566D-4A1F-84F8-2F88A3552CF8}" destId="{3019D3B2-00DF-4D24-A9CF-FD1BC62D7227}" srcOrd="0" destOrd="0" presId="urn:microsoft.com/office/officeart/2009/3/layout/HorizontalOrganizationChart"/>
    <dgm:cxn modelId="{37F6DB76-99E0-403C-B83B-750D014DD8AA}" type="presParOf" srcId="{3019D3B2-00DF-4D24-A9CF-FD1BC62D7227}" destId="{33D0F68C-BF9A-4DF8-8C69-FCF7CC1B9C8B}" srcOrd="0" destOrd="0" presId="urn:microsoft.com/office/officeart/2009/3/layout/HorizontalOrganizationChart"/>
    <dgm:cxn modelId="{8CC9AAF8-34BB-4FC5-90D4-38F31F5D13FB}" type="presParOf" srcId="{33D0F68C-BF9A-4DF8-8C69-FCF7CC1B9C8B}" destId="{E72B5404-F15E-4177-ABEE-FFE3E7AB15D0}" srcOrd="0" destOrd="0" presId="urn:microsoft.com/office/officeart/2009/3/layout/HorizontalOrganizationChart"/>
    <dgm:cxn modelId="{D8DBCA81-79B2-4685-87F1-DD9313497112}" type="presParOf" srcId="{33D0F68C-BF9A-4DF8-8C69-FCF7CC1B9C8B}" destId="{1011D185-19CF-4B64-82E8-5B187DBB2051}" srcOrd="1" destOrd="0" presId="urn:microsoft.com/office/officeart/2009/3/layout/HorizontalOrganizationChart"/>
    <dgm:cxn modelId="{663074CC-ED91-4821-A745-EB20F6BA3C30}" type="presParOf" srcId="{3019D3B2-00DF-4D24-A9CF-FD1BC62D7227}" destId="{810BC8DD-9507-4A7A-840C-D3CFABA558F9}" srcOrd="1" destOrd="0" presId="urn:microsoft.com/office/officeart/2009/3/layout/HorizontalOrganizationChart"/>
    <dgm:cxn modelId="{2EED16A5-8DDA-42EC-A81C-C91F7DE7FEA6}" type="presParOf" srcId="{3019D3B2-00DF-4D24-A9CF-FD1BC62D7227}" destId="{C0538095-A0D9-4AC2-8837-BCB1AE42485B}" srcOrd="2" destOrd="0" presId="urn:microsoft.com/office/officeart/2009/3/layout/HorizontalOrganizationChart"/>
    <dgm:cxn modelId="{321BBBDE-3F20-4289-B160-6E2670713B46}" type="presParOf" srcId="{31ED1BE5-566D-4A1F-84F8-2F88A3552CF8}" destId="{DCCD9545-EF4D-4CFD-AD63-9D1086063599}" srcOrd="1" destOrd="0" presId="urn:microsoft.com/office/officeart/2009/3/layout/HorizontalOrganizationChart"/>
    <dgm:cxn modelId="{CFE31534-5952-4F74-B2F3-29DCF3FBAA48}" type="presParOf" srcId="{DCCD9545-EF4D-4CFD-AD63-9D1086063599}" destId="{4937D6DE-70A9-4A3C-A31F-84DB99FC834A}" srcOrd="0" destOrd="0" presId="urn:microsoft.com/office/officeart/2009/3/layout/HorizontalOrganizationChart"/>
    <dgm:cxn modelId="{D9E9325A-B70D-4C55-B318-98DD459F149D}" type="presParOf" srcId="{4937D6DE-70A9-4A3C-A31F-84DB99FC834A}" destId="{B6485A17-23F7-4EC8-98F8-0A5735F7BB8C}" srcOrd="0" destOrd="0" presId="urn:microsoft.com/office/officeart/2009/3/layout/HorizontalOrganizationChart"/>
    <dgm:cxn modelId="{DB2BDC1A-F931-4184-8809-678CB9D8E995}" type="presParOf" srcId="{4937D6DE-70A9-4A3C-A31F-84DB99FC834A}" destId="{3D88595E-88F8-4C22-84D4-05D26BF55E38}" srcOrd="1" destOrd="0" presId="urn:microsoft.com/office/officeart/2009/3/layout/HorizontalOrganizationChart"/>
    <dgm:cxn modelId="{DE3996D7-6B09-491A-914A-851B31AE007B}" type="presParOf" srcId="{DCCD9545-EF4D-4CFD-AD63-9D1086063599}" destId="{949BA2B1-2142-4228-8B1E-29189B0F908D}" srcOrd="1" destOrd="0" presId="urn:microsoft.com/office/officeart/2009/3/layout/HorizontalOrganizationChart"/>
    <dgm:cxn modelId="{A7D56AB4-8DA7-4199-B8B8-E59B0C6507E6}" type="presParOf" srcId="{DCCD9545-EF4D-4CFD-AD63-9D1086063599}" destId="{853FE5E2-5811-471A-BAD9-F7F932DD5EBD}" srcOrd="2" destOrd="0" presId="urn:microsoft.com/office/officeart/2009/3/layout/HorizontalOrganizationChart"/>
    <dgm:cxn modelId="{6EA038A0-19CE-47BA-B5AA-0B5B23B2FF13}" type="presParOf" srcId="{31ED1BE5-566D-4A1F-84F8-2F88A3552CF8}" destId="{76D784D1-5E34-4B7D-8C11-F9EE288A4FB7}" srcOrd="2" destOrd="0" presId="urn:microsoft.com/office/officeart/2009/3/layout/HorizontalOrganizationChart"/>
    <dgm:cxn modelId="{83E3743F-719D-460D-B761-69ECACB8229D}" type="presParOf" srcId="{76D784D1-5E34-4B7D-8C11-F9EE288A4FB7}" destId="{7F9DD32D-5C51-463A-A17C-737291B5EA39}" srcOrd="0" destOrd="0" presId="urn:microsoft.com/office/officeart/2009/3/layout/HorizontalOrganizationChart"/>
    <dgm:cxn modelId="{72341631-FC5C-46E3-B7C7-B7F940DB3186}" type="presParOf" srcId="{7F9DD32D-5C51-463A-A17C-737291B5EA39}" destId="{E1477EA4-FD46-486B-B68E-A447A2D97818}" srcOrd="0" destOrd="0" presId="urn:microsoft.com/office/officeart/2009/3/layout/HorizontalOrganizationChart"/>
    <dgm:cxn modelId="{0DA7DBC6-5AAC-44CE-81D4-8FBB5465A2AB}" type="presParOf" srcId="{7F9DD32D-5C51-463A-A17C-737291B5EA39}" destId="{0DEC7AB1-1B35-441F-A968-635BC32B2560}" srcOrd="1" destOrd="0" presId="urn:microsoft.com/office/officeart/2009/3/layout/HorizontalOrganizationChart"/>
    <dgm:cxn modelId="{CFBB854B-3C90-46F2-960E-86375A3260B1}" type="presParOf" srcId="{76D784D1-5E34-4B7D-8C11-F9EE288A4FB7}" destId="{26CBF3D7-F2C8-4694-A390-27E897CBCAE0}" srcOrd="1" destOrd="0" presId="urn:microsoft.com/office/officeart/2009/3/layout/HorizontalOrganizationChart"/>
    <dgm:cxn modelId="{9AE60C02-4439-4724-B57A-E3E3F4DBE01D}" type="presParOf" srcId="{26CBF3D7-F2C8-4694-A390-27E897CBCAE0}" destId="{9BDFDB0B-3DE9-4372-802B-6A6BBE39A62C}" srcOrd="0" destOrd="0" presId="urn:microsoft.com/office/officeart/2009/3/layout/HorizontalOrganizationChart"/>
    <dgm:cxn modelId="{7A1B9816-C70D-426B-8567-E9FE264B4E3D}" type="presParOf" srcId="{26CBF3D7-F2C8-4694-A390-27E897CBCAE0}" destId="{68C4F294-6DB7-4576-8FB2-57F378851FD2}" srcOrd="1" destOrd="0" presId="urn:microsoft.com/office/officeart/2009/3/layout/HorizontalOrganizationChart"/>
    <dgm:cxn modelId="{C5B66030-7371-4A06-9C1D-FE23153C8DFE}" type="presParOf" srcId="{68C4F294-6DB7-4576-8FB2-57F378851FD2}" destId="{D9EEF901-DAF4-46DF-8C1D-AB6CC740B0F3}" srcOrd="0" destOrd="0" presId="urn:microsoft.com/office/officeart/2009/3/layout/HorizontalOrganizationChart"/>
    <dgm:cxn modelId="{5A42C100-F8A0-4917-8712-4F54CD68E18C}" type="presParOf" srcId="{D9EEF901-DAF4-46DF-8C1D-AB6CC740B0F3}" destId="{4C778D92-18E1-4D89-85A9-E5BB8ADF3FAC}" srcOrd="0" destOrd="0" presId="urn:microsoft.com/office/officeart/2009/3/layout/HorizontalOrganizationChart"/>
    <dgm:cxn modelId="{640D8E02-A413-4CDE-A9DC-F24D9E2167F1}" type="presParOf" srcId="{D9EEF901-DAF4-46DF-8C1D-AB6CC740B0F3}" destId="{C897356F-FEA2-47DD-A6DB-DDCECF57E9AE}" srcOrd="1" destOrd="0" presId="urn:microsoft.com/office/officeart/2009/3/layout/HorizontalOrganizationChart"/>
    <dgm:cxn modelId="{52D5BF1E-28D2-4A3B-9840-9898317C9B4E}" type="presParOf" srcId="{68C4F294-6DB7-4576-8FB2-57F378851FD2}" destId="{3392C894-1751-4365-8742-0D5B7D9CF128}" srcOrd="1" destOrd="0" presId="urn:microsoft.com/office/officeart/2009/3/layout/HorizontalOrganizationChart"/>
    <dgm:cxn modelId="{E2944DA5-7FB1-4D44-AF57-F3B62C4ADBCB}" type="presParOf" srcId="{68C4F294-6DB7-4576-8FB2-57F378851FD2}" destId="{D2B297E0-34F2-438E-A891-5B1FB232FA78}" srcOrd="2" destOrd="0" presId="urn:microsoft.com/office/officeart/2009/3/layout/HorizontalOrganizationChart"/>
    <dgm:cxn modelId="{BC68B8E5-127D-4E05-BFCB-00AD35FFB5AE}" type="presParOf" srcId="{26CBF3D7-F2C8-4694-A390-27E897CBCAE0}" destId="{25002426-D46B-4B4A-B9A9-0090A4BB7576}" srcOrd="2" destOrd="0" presId="urn:microsoft.com/office/officeart/2009/3/layout/HorizontalOrganizationChart"/>
    <dgm:cxn modelId="{465B9F97-70A0-452F-81C9-307FB4C157BC}" type="presParOf" srcId="{26CBF3D7-F2C8-4694-A390-27E897CBCAE0}" destId="{DF654C3E-714A-455F-B395-BD0F4DDE0920}" srcOrd="3" destOrd="0" presId="urn:microsoft.com/office/officeart/2009/3/layout/HorizontalOrganizationChart"/>
    <dgm:cxn modelId="{85B1C553-782A-4F21-8E81-DA349BC65CA5}" type="presParOf" srcId="{DF654C3E-714A-455F-B395-BD0F4DDE0920}" destId="{9F9D14A4-B3F6-4102-9CC2-A7A546E34307}" srcOrd="0" destOrd="0" presId="urn:microsoft.com/office/officeart/2009/3/layout/HorizontalOrganizationChart"/>
    <dgm:cxn modelId="{624B39B3-65D1-4C78-B45C-08D5AA1461D9}" type="presParOf" srcId="{9F9D14A4-B3F6-4102-9CC2-A7A546E34307}" destId="{4CB5D340-A919-4E8A-AEED-11DC02EEB65D}" srcOrd="0" destOrd="0" presId="urn:microsoft.com/office/officeart/2009/3/layout/HorizontalOrganizationChart"/>
    <dgm:cxn modelId="{2BD7A2B1-DFE3-4C93-B4DF-DD67876971E9}" type="presParOf" srcId="{9F9D14A4-B3F6-4102-9CC2-A7A546E34307}" destId="{6EA1C36C-8337-4D27-95F3-1AFC0F792AD2}" srcOrd="1" destOrd="0" presId="urn:microsoft.com/office/officeart/2009/3/layout/HorizontalOrganizationChart"/>
    <dgm:cxn modelId="{8134C9B8-812D-4E64-8B3C-D53440972CC5}" type="presParOf" srcId="{DF654C3E-714A-455F-B395-BD0F4DDE0920}" destId="{030958AB-4920-4E3A-8A02-AF227BAEE5B2}" srcOrd="1" destOrd="0" presId="urn:microsoft.com/office/officeart/2009/3/layout/HorizontalOrganizationChart"/>
    <dgm:cxn modelId="{354F155F-1968-4A71-9A6F-C7CCDE1532DB}" type="presParOf" srcId="{DF654C3E-714A-455F-B395-BD0F4DDE0920}" destId="{710DA511-C9A9-432B-8DD7-1D8E369C943D}" srcOrd="2" destOrd="0" presId="urn:microsoft.com/office/officeart/2009/3/layout/HorizontalOrganizationChart"/>
    <dgm:cxn modelId="{0921F1F8-1E80-4A60-866C-BD11742D6DFA}" type="presParOf" srcId="{26CBF3D7-F2C8-4694-A390-27E897CBCAE0}" destId="{D4FCEDC9-9BA8-48AF-96CA-8FC53508FBE8}" srcOrd="4" destOrd="0" presId="urn:microsoft.com/office/officeart/2009/3/layout/HorizontalOrganizationChart"/>
    <dgm:cxn modelId="{860D2763-9C98-4381-A6E4-37C3A59CEAF9}" type="presParOf" srcId="{26CBF3D7-F2C8-4694-A390-27E897CBCAE0}" destId="{1D25E588-B13C-4D6F-8C09-4E44C0CDBB19}" srcOrd="5" destOrd="0" presId="urn:microsoft.com/office/officeart/2009/3/layout/HorizontalOrganizationChart"/>
    <dgm:cxn modelId="{3E496381-9764-4A29-97D7-5329C302721A}" type="presParOf" srcId="{1D25E588-B13C-4D6F-8C09-4E44C0CDBB19}" destId="{6FE2CBE5-D993-4509-8955-DF7E4509D953}" srcOrd="0" destOrd="0" presId="urn:microsoft.com/office/officeart/2009/3/layout/HorizontalOrganizationChart"/>
    <dgm:cxn modelId="{DE8C0182-86A6-435A-B54E-73C111999D24}" type="presParOf" srcId="{6FE2CBE5-D993-4509-8955-DF7E4509D953}" destId="{E8A213C9-0B77-4A7A-BE5B-7E52343C0A41}" srcOrd="0" destOrd="0" presId="urn:microsoft.com/office/officeart/2009/3/layout/HorizontalOrganizationChart"/>
    <dgm:cxn modelId="{520AB451-D52F-4FC3-A475-3A7651732371}" type="presParOf" srcId="{6FE2CBE5-D993-4509-8955-DF7E4509D953}" destId="{7F928D24-7BCB-4620-B882-9BB0B1821537}" srcOrd="1" destOrd="0" presId="urn:microsoft.com/office/officeart/2009/3/layout/HorizontalOrganizationChart"/>
    <dgm:cxn modelId="{53AD75D3-9C3A-4AC0-978B-07F7470A5014}" type="presParOf" srcId="{1D25E588-B13C-4D6F-8C09-4E44C0CDBB19}" destId="{A5EFF97E-88ED-436A-A52E-23E6B3CDBB44}" srcOrd="1" destOrd="0" presId="urn:microsoft.com/office/officeart/2009/3/layout/HorizontalOrganizationChart"/>
    <dgm:cxn modelId="{95495C7D-5606-4CB9-A33C-8A9BC7858520}" type="presParOf" srcId="{1D25E588-B13C-4D6F-8C09-4E44C0CDBB19}" destId="{3A61A19C-1AEC-4418-883C-118E534A0CC5}" srcOrd="2" destOrd="0" presId="urn:microsoft.com/office/officeart/2009/3/layout/HorizontalOrganizationChart"/>
    <dgm:cxn modelId="{8902C6B3-3B92-4CC9-B34C-F0B95762C2E3}" type="presParOf" srcId="{76D784D1-5E34-4B7D-8C11-F9EE288A4FB7}" destId="{806C03A8-EBC4-4109-AB1F-8D56C3CB2826}" srcOrd="2" destOrd="0" presId="urn:microsoft.com/office/officeart/2009/3/layout/HorizontalOrganizationChart"/>
    <dgm:cxn modelId="{EF43BF4F-F065-4B47-90DC-796462DFCBAE}" type="presParOf" srcId="{31ED1BE5-566D-4A1F-84F8-2F88A3552CF8}" destId="{60696EEC-3088-4FB0-883C-30737A5BD6D6}" srcOrd="3" destOrd="0" presId="urn:microsoft.com/office/officeart/2009/3/layout/HorizontalOrganizationChart"/>
    <dgm:cxn modelId="{218532B7-836D-4D7A-922C-A80E9B642F61}" type="presParOf" srcId="{60696EEC-3088-4FB0-883C-30737A5BD6D6}" destId="{E500E449-BB5E-490A-A4CA-B889FB77D6DE}" srcOrd="0" destOrd="0" presId="urn:microsoft.com/office/officeart/2009/3/layout/HorizontalOrganizationChart"/>
    <dgm:cxn modelId="{D8AD4A95-0A77-42B6-84F3-0D09528A73D1}" type="presParOf" srcId="{E500E449-BB5E-490A-A4CA-B889FB77D6DE}" destId="{528701DA-9D06-4241-942F-44A0906A1796}" srcOrd="0" destOrd="0" presId="urn:microsoft.com/office/officeart/2009/3/layout/HorizontalOrganizationChart"/>
    <dgm:cxn modelId="{03B59618-C0E3-4E16-984D-49E23183CC9F}" type="presParOf" srcId="{E500E449-BB5E-490A-A4CA-B889FB77D6DE}" destId="{49E825AD-BEF6-4481-A962-4BEA8051D29E}" srcOrd="1" destOrd="0" presId="urn:microsoft.com/office/officeart/2009/3/layout/HorizontalOrganizationChart"/>
    <dgm:cxn modelId="{EC0013CD-2002-40F4-99BE-A90278432824}" type="presParOf" srcId="{60696EEC-3088-4FB0-883C-30737A5BD6D6}" destId="{76B97350-B095-4641-BED0-9140B3B57A43}" srcOrd="1" destOrd="0" presId="urn:microsoft.com/office/officeart/2009/3/layout/HorizontalOrganizationChart"/>
    <dgm:cxn modelId="{99E92FE2-2450-468A-BBB6-630E991330D4}" type="presParOf" srcId="{76B97350-B095-4641-BED0-9140B3B57A43}" destId="{7ED6EB6E-EB86-40C8-B5F7-E43F68BB40CA}" srcOrd="0" destOrd="0" presId="urn:microsoft.com/office/officeart/2009/3/layout/HorizontalOrganizationChart"/>
    <dgm:cxn modelId="{EC80BC5E-6324-4E63-8A24-89D31FF2905D}" type="presParOf" srcId="{76B97350-B095-4641-BED0-9140B3B57A43}" destId="{619277BB-2E32-4037-887A-B987A123FB27}" srcOrd="1" destOrd="0" presId="urn:microsoft.com/office/officeart/2009/3/layout/HorizontalOrganizationChart"/>
    <dgm:cxn modelId="{8A255EDD-6966-4F3A-B1B9-7CAB1E46D88B}" type="presParOf" srcId="{619277BB-2E32-4037-887A-B987A123FB27}" destId="{73B2AE1D-84CE-467D-B371-90B345C4FD2E}" srcOrd="0" destOrd="0" presId="urn:microsoft.com/office/officeart/2009/3/layout/HorizontalOrganizationChart"/>
    <dgm:cxn modelId="{E7F558BF-84B6-4512-8610-B2C7B325F700}" type="presParOf" srcId="{73B2AE1D-84CE-467D-B371-90B345C4FD2E}" destId="{427D55FF-3FA9-4A1E-BC6C-52E1E0EDAA48}" srcOrd="0" destOrd="0" presId="urn:microsoft.com/office/officeart/2009/3/layout/HorizontalOrganizationChart"/>
    <dgm:cxn modelId="{C0240399-CE1D-42E7-94B6-451914E20FCB}" type="presParOf" srcId="{73B2AE1D-84CE-467D-B371-90B345C4FD2E}" destId="{2EDA60F3-3BB6-433F-9056-FAB9511BAD5B}" srcOrd="1" destOrd="0" presId="urn:microsoft.com/office/officeart/2009/3/layout/HorizontalOrganizationChart"/>
    <dgm:cxn modelId="{9C41C014-856F-4524-BF16-2599F7988647}" type="presParOf" srcId="{619277BB-2E32-4037-887A-B987A123FB27}" destId="{38215A44-01E2-474A-9606-8758C5D7F85F}" srcOrd="1" destOrd="0" presId="urn:microsoft.com/office/officeart/2009/3/layout/HorizontalOrganizationChart"/>
    <dgm:cxn modelId="{43B4B8ED-EEAC-4AF8-A244-49E5D73D0202}" type="presParOf" srcId="{619277BB-2E32-4037-887A-B987A123FB27}" destId="{91631CD1-2793-4EE1-9C42-18353191F2BA}" srcOrd="2" destOrd="0" presId="urn:microsoft.com/office/officeart/2009/3/layout/HorizontalOrganizationChart"/>
    <dgm:cxn modelId="{99E0C35D-5D3D-4096-982B-FCC246A40D11}" type="presParOf" srcId="{76B97350-B095-4641-BED0-9140B3B57A43}" destId="{9DD1D1C2-81DB-4F52-82FD-0D67D3FB1DAA}" srcOrd="2" destOrd="0" presId="urn:microsoft.com/office/officeart/2009/3/layout/HorizontalOrganizationChart"/>
    <dgm:cxn modelId="{50A3052A-39A5-4867-A9C8-1E53BB5341DF}" type="presParOf" srcId="{76B97350-B095-4641-BED0-9140B3B57A43}" destId="{A2568A22-7716-44A2-8586-5D38C68A192C}" srcOrd="3" destOrd="0" presId="urn:microsoft.com/office/officeart/2009/3/layout/HorizontalOrganizationChart"/>
    <dgm:cxn modelId="{4D9759D2-8BB6-41CA-B998-94D480AE280E}" type="presParOf" srcId="{A2568A22-7716-44A2-8586-5D38C68A192C}" destId="{757B9787-73CF-46D1-8F3E-83837A20D83D}" srcOrd="0" destOrd="0" presId="urn:microsoft.com/office/officeart/2009/3/layout/HorizontalOrganizationChart"/>
    <dgm:cxn modelId="{68518033-A556-4756-BF5E-181C58564CDA}" type="presParOf" srcId="{757B9787-73CF-46D1-8F3E-83837A20D83D}" destId="{27BB6CEF-5FB0-4F4C-B7FF-38BC3998DCBB}" srcOrd="0" destOrd="0" presId="urn:microsoft.com/office/officeart/2009/3/layout/HorizontalOrganizationChart"/>
    <dgm:cxn modelId="{31990E43-8E7B-4B71-813A-1A1492B27E67}" type="presParOf" srcId="{757B9787-73CF-46D1-8F3E-83837A20D83D}" destId="{F30189DD-814B-4AEE-A13A-7D1220B64C75}" srcOrd="1" destOrd="0" presId="urn:microsoft.com/office/officeart/2009/3/layout/HorizontalOrganizationChart"/>
    <dgm:cxn modelId="{3F6C3CB4-C8ED-4234-92C2-5D839A8D4DF2}" type="presParOf" srcId="{A2568A22-7716-44A2-8586-5D38C68A192C}" destId="{A444C524-1FC2-4A41-BC46-38D22C9B97BD}" srcOrd="1" destOrd="0" presId="urn:microsoft.com/office/officeart/2009/3/layout/HorizontalOrganizationChart"/>
    <dgm:cxn modelId="{CA6BB7E5-874A-4E5C-84C7-DD8CE03C323D}" type="presParOf" srcId="{A2568A22-7716-44A2-8586-5D38C68A192C}" destId="{0DBFC4D3-E9CC-49BF-8CCD-57269CC6E475}" srcOrd="2" destOrd="0" presId="urn:microsoft.com/office/officeart/2009/3/layout/HorizontalOrganizationChart"/>
    <dgm:cxn modelId="{41FEBF83-0546-4E3F-9276-6BD50C6AF7B8}" type="presParOf" srcId="{76B97350-B095-4641-BED0-9140B3B57A43}" destId="{5E9EAB94-B6F7-4392-9CCE-E4930CEE8CB1}" srcOrd="4" destOrd="0" presId="urn:microsoft.com/office/officeart/2009/3/layout/HorizontalOrganizationChart"/>
    <dgm:cxn modelId="{BD016C1D-EC07-4486-8627-2FEF6BFDF27A}" type="presParOf" srcId="{76B97350-B095-4641-BED0-9140B3B57A43}" destId="{C50D0FF3-2730-49B5-BB11-773B44B80256}" srcOrd="5" destOrd="0" presId="urn:microsoft.com/office/officeart/2009/3/layout/HorizontalOrganizationChart"/>
    <dgm:cxn modelId="{607E996E-FA05-48DB-8D06-587FE36AA663}" type="presParOf" srcId="{C50D0FF3-2730-49B5-BB11-773B44B80256}" destId="{8CE55B67-5CB7-4E44-AB42-50A479A616D1}" srcOrd="0" destOrd="0" presId="urn:microsoft.com/office/officeart/2009/3/layout/HorizontalOrganizationChart"/>
    <dgm:cxn modelId="{33EBFAA7-BD45-4F1C-9C3D-BE025CFED1EB}" type="presParOf" srcId="{8CE55B67-5CB7-4E44-AB42-50A479A616D1}" destId="{867202FE-C6CF-4C21-8017-DE673A205FB7}" srcOrd="0" destOrd="0" presId="urn:microsoft.com/office/officeart/2009/3/layout/HorizontalOrganizationChart"/>
    <dgm:cxn modelId="{835D59E4-2FF9-4827-B94F-DE0D2D9886EB}" type="presParOf" srcId="{8CE55B67-5CB7-4E44-AB42-50A479A616D1}" destId="{93802E6C-1B4F-417A-B178-A10030937DF0}" srcOrd="1" destOrd="0" presId="urn:microsoft.com/office/officeart/2009/3/layout/HorizontalOrganizationChart"/>
    <dgm:cxn modelId="{9D9210DF-2671-4765-993E-E92AEFB3207A}" type="presParOf" srcId="{C50D0FF3-2730-49B5-BB11-773B44B80256}" destId="{529B2EFF-4C03-4CD9-9A1E-7C25FCE5AF48}" srcOrd="1" destOrd="0" presId="urn:microsoft.com/office/officeart/2009/3/layout/HorizontalOrganizationChart"/>
    <dgm:cxn modelId="{AEAA423B-824C-4A7E-847C-0A3D8FB6542B}" type="presParOf" srcId="{C50D0FF3-2730-49B5-BB11-773B44B80256}" destId="{102DAC20-C419-43A2-A43A-444220B4077E}" srcOrd="2" destOrd="0" presId="urn:microsoft.com/office/officeart/2009/3/layout/HorizontalOrganizationChart"/>
    <dgm:cxn modelId="{4B7EE676-9AE8-4632-BF2A-81CA243E03EC}" type="presParOf" srcId="{60696EEC-3088-4FB0-883C-30737A5BD6D6}" destId="{30359221-7A65-4F05-BFBC-6DA3540A2F3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D8E6F-A35F-41F6-BF5E-1F38C1C5C8D4}">
      <dsp:nvSpPr>
        <dsp:cNvPr id="0" name=""/>
        <dsp:cNvSpPr/>
      </dsp:nvSpPr>
      <dsp:spPr>
        <a:xfrm>
          <a:off x="0" y="4313037"/>
          <a:ext cx="1642853" cy="14156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40" tIns="128016" rIns="116840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Événements économiques :</a:t>
          </a:r>
          <a:endParaRPr lang="en-US" sz="1800" kern="1200"/>
        </a:p>
      </dsp:txBody>
      <dsp:txXfrm>
        <a:off x="0" y="4313037"/>
        <a:ext cx="1642853" cy="1415635"/>
      </dsp:txXfrm>
    </dsp:sp>
    <dsp:sp modelId="{387BF53D-76E2-4FB7-A710-91C2F7D84288}">
      <dsp:nvSpPr>
        <dsp:cNvPr id="0" name=""/>
        <dsp:cNvSpPr/>
      </dsp:nvSpPr>
      <dsp:spPr>
        <a:xfrm>
          <a:off x="1642853" y="4313037"/>
          <a:ext cx="4928559" cy="14156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974" tIns="139700" rIns="9997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CPI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NFP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FED</a:t>
          </a:r>
        </a:p>
      </dsp:txBody>
      <dsp:txXfrm>
        <a:off x="1642853" y="4313037"/>
        <a:ext cx="4928559" cy="1415635"/>
      </dsp:txXfrm>
    </dsp:sp>
    <dsp:sp modelId="{0D76E3E4-F6BA-46CD-B80A-13983721BB6B}">
      <dsp:nvSpPr>
        <dsp:cNvPr id="0" name=""/>
        <dsp:cNvSpPr/>
      </dsp:nvSpPr>
      <dsp:spPr>
        <a:xfrm rot="10800000">
          <a:off x="0" y="2157025"/>
          <a:ext cx="1642853" cy="217724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40" tIns="128016" rIns="116840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Données :</a:t>
          </a:r>
          <a:endParaRPr lang="en-US" sz="1800" kern="1200"/>
        </a:p>
      </dsp:txBody>
      <dsp:txXfrm rot="-10800000">
        <a:off x="0" y="2157025"/>
        <a:ext cx="1642853" cy="1415210"/>
      </dsp:txXfrm>
    </dsp:sp>
    <dsp:sp modelId="{A8674BF4-93DD-46F7-83EF-EFE401B40B09}">
      <dsp:nvSpPr>
        <dsp:cNvPr id="0" name=""/>
        <dsp:cNvSpPr/>
      </dsp:nvSpPr>
      <dsp:spPr>
        <a:xfrm>
          <a:off x="1642853" y="2157025"/>
          <a:ext cx="4928559" cy="141521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974" tIns="139700" rIns="9997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Open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High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Low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Close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Volume</a:t>
          </a:r>
        </a:p>
      </dsp:txBody>
      <dsp:txXfrm>
        <a:off x="1642853" y="2157025"/>
        <a:ext cx="4928559" cy="1415210"/>
      </dsp:txXfrm>
    </dsp:sp>
    <dsp:sp modelId="{50987316-7F46-4BD8-9CBD-15B346A66F15}">
      <dsp:nvSpPr>
        <dsp:cNvPr id="0" name=""/>
        <dsp:cNvSpPr/>
      </dsp:nvSpPr>
      <dsp:spPr>
        <a:xfrm rot="10800000">
          <a:off x="0" y="1012"/>
          <a:ext cx="1642853" cy="217724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40" tIns="128016" rIns="116840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Marchés :</a:t>
          </a:r>
          <a:endParaRPr lang="en-US" sz="1800" kern="1200"/>
        </a:p>
      </dsp:txBody>
      <dsp:txXfrm rot="-10800000">
        <a:off x="0" y="1012"/>
        <a:ext cx="1642853" cy="1415210"/>
      </dsp:txXfrm>
    </dsp:sp>
    <dsp:sp modelId="{93D912D5-72CE-4F52-BBA0-39E33B4888CB}">
      <dsp:nvSpPr>
        <dsp:cNvPr id="0" name=""/>
        <dsp:cNvSpPr/>
      </dsp:nvSpPr>
      <dsp:spPr>
        <a:xfrm>
          <a:off x="1642853" y="1012"/>
          <a:ext cx="4928559" cy="141521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974" tIns="139700" rIns="9997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XAU/USD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XAG/USD</a:t>
          </a:r>
        </a:p>
      </dsp:txBody>
      <dsp:txXfrm>
        <a:off x="1642853" y="1012"/>
        <a:ext cx="4928559" cy="14152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9EAB94-B6F7-4392-9CCE-E4930CEE8CB1}">
      <dsp:nvSpPr>
        <dsp:cNvPr id="0" name=""/>
        <dsp:cNvSpPr/>
      </dsp:nvSpPr>
      <dsp:spPr>
        <a:xfrm>
          <a:off x="3087168" y="4572271"/>
          <a:ext cx="397076" cy="8537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8538" y="0"/>
              </a:lnTo>
              <a:lnTo>
                <a:pt x="198538" y="853714"/>
              </a:lnTo>
              <a:lnTo>
                <a:pt x="397076" y="85371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D1D1C2-81DB-4F52-82FD-0D67D3FB1DAA}">
      <dsp:nvSpPr>
        <dsp:cNvPr id="0" name=""/>
        <dsp:cNvSpPr/>
      </dsp:nvSpPr>
      <dsp:spPr>
        <a:xfrm>
          <a:off x="3087168" y="4526551"/>
          <a:ext cx="3970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707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D6EB6E-EB86-40C8-B5F7-E43F68BB40CA}">
      <dsp:nvSpPr>
        <dsp:cNvPr id="0" name=""/>
        <dsp:cNvSpPr/>
      </dsp:nvSpPr>
      <dsp:spPr>
        <a:xfrm>
          <a:off x="3087168" y="3718557"/>
          <a:ext cx="397076" cy="853714"/>
        </a:xfrm>
        <a:custGeom>
          <a:avLst/>
          <a:gdLst/>
          <a:ahLst/>
          <a:cxnLst/>
          <a:rect l="0" t="0" r="0" b="0"/>
          <a:pathLst>
            <a:path>
              <a:moveTo>
                <a:pt x="0" y="853714"/>
              </a:moveTo>
              <a:lnTo>
                <a:pt x="198538" y="853714"/>
              </a:lnTo>
              <a:lnTo>
                <a:pt x="198538" y="0"/>
              </a:lnTo>
              <a:lnTo>
                <a:pt x="397076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CEDC9-9BA8-48AF-96CA-8FC53508FBE8}">
      <dsp:nvSpPr>
        <dsp:cNvPr id="0" name=""/>
        <dsp:cNvSpPr/>
      </dsp:nvSpPr>
      <dsp:spPr>
        <a:xfrm>
          <a:off x="3087168" y="2011128"/>
          <a:ext cx="397076" cy="8537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8538" y="0"/>
              </a:lnTo>
              <a:lnTo>
                <a:pt x="198538" y="853714"/>
              </a:lnTo>
              <a:lnTo>
                <a:pt x="397076" y="85371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02426-D46B-4B4A-B9A9-0090A4BB7576}">
      <dsp:nvSpPr>
        <dsp:cNvPr id="0" name=""/>
        <dsp:cNvSpPr/>
      </dsp:nvSpPr>
      <dsp:spPr>
        <a:xfrm>
          <a:off x="3087168" y="1965408"/>
          <a:ext cx="3970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707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DFDB0B-3DE9-4372-802B-6A6BBE39A62C}">
      <dsp:nvSpPr>
        <dsp:cNvPr id="0" name=""/>
        <dsp:cNvSpPr/>
      </dsp:nvSpPr>
      <dsp:spPr>
        <a:xfrm>
          <a:off x="3087168" y="1157414"/>
          <a:ext cx="397076" cy="853714"/>
        </a:xfrm>
        <a:custGeom>
          <a:avLst/>
          <a:gdLst/>
          <a:ahLst/>
          <a:cxnLst/>
          <a:rect l="0" t="0" r="0" b="0"/>
          <a:pathLst>
            <a:path>
              <a:moveTo>
                <a:pt x="0" y="853714"/>
              </a:moveTo>
              <a:lnTo>
                <a:pt x="198538" y="853714"/>
              </a:lnTo>
              <a:lnTo>
                <a:pt x="198538" y="0"/>
              </a:lnTo>
              <a:lnTo>
                <a:pt x="397076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B5404-F15E-4177-ABEE-FFE3E7AB15D0}">
      <dsp:nvSpPr>
        <dsp:cNvPr id="0" name=""/>
        <dsp:cNvSpPr/>
      </dsp:nvSpPr>
      <dsp:spPr>
        <a:xfrm>
          <a:off x="1101786" y="929"/>
          <a:ext cx="1985381" cy="6055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Modèle MVP</a:t>
          </a:r>
          <a:endParaRPr lang="en-US" sz="1900" kern="1200"/>
        </a:p>
      </dsp:txBody>
      <dsp:txXfrm>
        <a:off x="1101786" y="929"/>
        <a:ext cx="1985381" cy="605541"/>
      </dsp:txXfrm>
    </dsp:sp>
    <dsp:sp modelId="{B6485A17-23F7-4EC8-98F8-0A5735F7BB8C}">
      <dsp:nvSpPr>
        <dsp:cNvPr id="0" name=""/>
        <dsp:cNvSpPr/>
      </dsp:nvSpPr>
      <dsp:spPr>
        <a:xfrm>
          <a:off x="1101786" y="854643"/>
          <a:ext cx="1985381" cy="6055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Random Forest</a:t>
          </a:r>
          <a:endParaRPr lang="en-US" sz="1900" kern="1200"/>
        </a:p>
      </dsp:txBody>
      <dsp:txXfrm>
        <a:off x="1101786" y="854643"/>
        <a:ext cx="1985381" cy="605541"/>
      </dsp:txXfrm>
    </dsp:sp>
    <dsp:sp modelId="{E1477EA4-FD46-486B-B68E-A447A2D97818}">
      <dsp:nvSpPr>
        <dsp:cNvPr id="0" name=""/>
        <dsp:cNvSpPr/>
      </dsp:nvSpPr>
      <dsp:spPr>
        <a:xfrm>
          <a:off x="1101786" y="1708358"/>
          <a:ext cx="1985381" cy="6055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/>
            <a:t>Pourquoi ?</a:t>
          </a:r>
          <a:endParaRPr lang="en-US" sz="1900" kern="1200"/>
        </a:p>
      </dsp:txBody>
      <dsp:txXfrm>
        <a:off x="1101786" y="1708358"/>
        <a:ext cx="1985381" cy="605541"/>
      </dsp:txXfrm>
    </dsp:sp>
    <dsp:sp modelId="{4C778D92-18E1-4D89-85A9-E5BB8ADF3FAC}">
      <dsp:nvSpPr>
        <dsp:cNvPr id="0" name=""/>
        <dsp:cNvSpPr/>
      </dsp:nvSpPr>
      <dsp:spPr>
        <a:xfrm>
          <a:off x="3484244" y="854643"/>
          <a:ext cx="1985381" cy="6055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• Rapide</a:t>
          </a:r>
          <a:endParaRPr lang="en-US" sz="1900" kern="1200"/>
        </a:p>
      </dsp:txBody>
      <dsp:txXfrm>
        <a:off x="3484244" y="854643"/>
        <a:ext cx="1985381" cy="605541"/>
      </dsp:txXfrm>
    </dsp:sp>
    <dsp:sp modelId="{4CB5D340-A919-4E8A-AEED-11DC02EEB65D}">
      <dsp:nvSpPr>
        <dsp:cNvPr id="0" name=""/>
        <dsp:cNvSpPr/>
      </dsp:nvSpPr>
      <dsp:spPr>
        <a:xfrm>
          <a:off x="3484244" y="1708358"/>
          <a:ext cx="1985381" cy="6055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• Interprétable</a:t>
          </a:r>
          <a:endParaRPr lang="en-US" sz="1900" kern="1200"/>
        </a:p>
      </dsp:txBody>
      <dsp:txXfrm>
        <a:off x="3484244" y="1708358"/>
        <a:ext cx="1985381" cy="605541"/>
      </dsp:txXfrm>
    </dsp:sp>
    <dsp:sp modelId="{E8A213C9-0B77-4A7A-BE5B-7E52343C0A41}">
      <dsp:nvSpPr>
        <dsp:cNvPr id="0" name=""/>
        <dsp:cNvSpPr/>
      </dsp:nvSpPr>
      <dsp:spPr>
        <a:xfrm>
          <a:off x="3484244" y="2562072"/>
          <a:ext cx="1985381" cy="6055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• Adapté aux données tabulaires</a:t>
          </a:r>
          <a:endParaRPr lang="en-US" sz="1900" kern="1200"/>
        </a:p>
      </dsp:txBody>
      <dsp:txXfrm>
        <a:off x="3484244" y="2562072"/>
        <a:ext cx="1985381" cy="605541"/>
      </dsp:txXfrm>
    </dsp:sp>
    <dsp:sp modelId="{528701DA-9D06-4241-942F-44A0906A1796}">
      <dsp:nvSpPr>
        <dsp:cNvPr id="0" name=""/>
        <dsp:cNvSpPr/>
      </dsp:nvSpPr>
      <dsp:spPr>
        <a:xfrm>
          <a:off x="1101786" y="4269500"/>
          <a:ext cx="1985381" cy="6055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/>
            <a:t>Évolution :</a:t>
          </a:r>
          <a:endParaRPr lang="en-US" sz="1900" kern="1200"/>
        </a:p>
      </dsp:txBody>
      <dsp:txXfrm>
        <a:off x="1101786" y="4269500"/>
        <a:ext cx="1985381" cy="605541"/>
      </dsp:txXfrm>
    </dsp:sp>
    <dsp:sp modelId="{427D55FF-3FA9-4A1E-BC6C-52E1E0EDAA48}">
      <dsp:nvSpPr>
        <dsp:cNvPr id="0" name=""/>
        <dsp:cNvSpPr/>
      </dsp:nvSpPr>
      <dsp:spPr>
        <a:xfrm>
          <a:off x="3484244" y="3415786"/>
          <a:ext cx="1985381" cy="6055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• XGBoost</a:t>
          </a:r>
          <a:endParaRPr lang="en-US" sz="1900" kern="1200"/>
        </a:p>
      </dsp:txBody>
      <dsp:txXfrm>
        <a:off x="3484244" y="3415786"/>
        <a:ext cx="1985381" cy="605541"/>
      </dsp:txXfrm>
    </dsp:sp>
    <dsp:sp modelId="{27BB6CEF-5FB0-4F4C-B7FF-38BC3998DCBB}">
      <dsp:nvSpPr>
        <dsp:cNvPr id="0" name=""/>
        <dsp:cNvSpPr/>
      </dsp:nvSpPr>
      <dsp:spPr>
        <a:xfrm>
          <a:off x="3484244" y="4269500"/>
          <a:ext cx="1985381" cy="6055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• LSTM</a:t>
          </a:r>
          <a:endParaRPr lang="en-US" sz="1900" kern="1200"/>
        </a:p>
      </dsp:txBody>
      <dsp:txXfrm>
        <a:off x="3484244" y="4269500"/>
        <a:ext cx="1985381" cy="605541"/>
      </dsp:txXfrm>
    </dsp:sp>
    <dsp:sp modelId="{867202FE-C6CF-4C21-8017-DE673A205FB7}">
      <dsp:nvSpPr>
        <dsp:cNvPr id="0" name=""/>
        <dsp:cNvSpPr/>
      </dsp:nvSpPr>
      <dsp:spPr>
        <a:xfrm>
          <a:off x="3484244" y="5123214"/>
          <a:ext cx="1985381" cy="6055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• Deep Learning</a:t>
          </a:r>
          <a:endParaRPr lang="en-US" sz="1900" kern="1200"/>
        </a:p>
      </dsp:txBody>
      <dsp:txXfrm>
        <a:off x="3484244" y="5123214"/>
        <a:ext cx="1985381" cy="605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63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2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2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8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7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2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9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0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9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29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C25B6-8D8D-992D-9761-26EA4B36B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6578" y="685680"/>
            <a:ext cx="4203323" cy="3596201"/>
          </a:xfrm>
        </p:spPr>
        <p:txBody>
          <a:bodyPr>
            <a:normAutofit/>
          </a:bodyPr>
          <a:lstStyle/>
          <a:p>
            <a:pPr algn="r"/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688FD-451D-D582-B6CC-D5D80CED3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6578" y="4373955"/>
            <a:ext cx="4203323" cy="1143291"/>
          </a:xfrm>
        </p:spPr>
        <p:txBody>
          <a:bodyPr>
            <a:normAutofit/>
          </a:bodyPr>
          <a:lstStyle/>
          <a:p>
            <a:pPr algn="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2F159-2052-456F-BD55-2877694387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5"/>
          <a:stretch>
            <a:fillRect/>
          </a:stretch>
        </p:blipFill>
        <p:spPr>
          <a:xfrm>
            <a:off x="1700022" y="2171659"/>
            <a:ext cx="4172845" cy="2356339"/>
          </a:xfrm>
          <a:prstGeom prst="rect">
            <a:avLst/>
          </a:prstGeom>
          <a:ln w="28575">
            <a:noFill/>
          </a:ln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7D8E00FA-5561-4253-B903-92B49719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11971" y="858936"/>
            <a:ext cx="693403" cy="693403"/>
            <a:chOff x="5211971" y="858936"/>
            <a:chExt cx="693403" cy="693403"/>
          </a:xfrm>
        </p:grpSpPr>
        <p:sp>
          <p:nvSpPr>
            <p:cNvPr id="49" name="Graphic 212">
              <a:extLst>
                <a:ext uri="{FF2B5EF4-FFF2-40B4-BE49-F238E27FC236}">
                  <a16:creationId xmlns:a16="http://schemas.microsoft.com/office/drawing/2014/main" id="{A753B935-E3DD-466D-BFAC-68E0BE02D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Graphic 212">
              <a:extLst>
                <a:ext uri="{FF2B5EF4-FFF2-40B4-BE49-F238E27FC236}">
                  <a16:creationId xmlns:a16="http://schemas.microsoft.com/office/drawing/2014/main" id="{FB034F26-4148-4B59-B493-14D7A9A8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2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914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CDDB-F51F-A70E-BAD7-73D04C09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Contexte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52B48-0255-3482-2823-1ABE4B49E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Les </a:t>
            </a:r>
            <a:r>
              <a:rPr lang="en-US" dirty="0" err="1"/>
              <a:t>marchés</a:t>
            </a:r>
            <a:r>
              <a:rPr lang="en-US" dirty="0"/>
              <a:t> financiers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influencés</a:t>
            </a:r>
            <a:r>
              <a:rPr lang="en-US" dirty="0"/>
              <a:t> par</a:t>
            </a:r>
          </a:p>
          <a:p>
            <a:pPr marL="0" indent="0">
              <a:buNone/>
            </a:pPr>
            <a:r>
              <a:rPr lang="en-US" dirty="0"/>
              <a:t> :</a:t>
            </a:r>
          </a:p>
          <a:p>
            <a:pPr lvl="1"/>
            <a:r>
              <a:rPr lang="en-US" dirty="0"/>
              <a:t>Les </a:t>
            </a:r>
            <a:r>
              <a:rPr lang="en-US" dirty="0" err="1"/>
              <a:t>nouvelles</a:t>
            </a:r>
            <a:r>
              <a:rPr lang="en-US" dirty="0"/>
              <a:t> </a:t>
            </a:r>
            <a:r>
              <a:rPr lang="en-US" dirty="0" err="1"/>
              <a:t>économiques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liquidité</a:t>
            </a:r>
            <a:endParaRPr lang="en-US" dirty="0"/>
          </a:p>
          <a:p>
            <a:pPr lvl="1"/>
            <a:r>
              <a:rPr lang="en-US" dirty="0"/>
              <a:t>Les </a:t>
            </a:r>
            <a:r>
              <a:rPr lang="en-US" dirty="0" err="1"/>
              <a:t>émotions</a:t>
            </a:r>
            <a:r>
              <a:rPr lang="en-US" dirty="0"/>
              <a:t> des trader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Les </a:t>
            </a:r>
            <a:r>
              <a:rPr lang="en-US" dirty="0" err="1"/>
              <a:t>erreurs</a:t>
            </a:r>
            <a:r>
              <a:rPr lang="en-US" dirty="0"/>
              <a:t> </a:t>
            </a:r>
            <a:r>
              <a:rPr lang="en-US" dirty="0" err="1"/>
              <a:t>humaines</a:t>
            </a:r>
            <a:r>
              <a:rPr lang="en-US" dirty="0"/>
              <a:t> </a:t>
            </a:r>
            <a:r>
              <a:rPr lang="en-US" dirty="0" err="1"/>
              <a:t>peuvent</a:t>
            </a:r>
            <a:r>
              <a:rPr lang="en-US" dirty="0"/>
              <a:t> </a:t>
            </a:r>
            <a:r>
              <a:rPr lang="en-US" dirty="0" err="1"/>
              <a:t>entraîner</a:t>
            </a:r>
            <a:r>
              <a:rPr lang="en-US" dirty="0"/>
              <a:t> :</a:t>
            </a:r>
          </a:p>
          <a:p>
            <a:pPr lvl="1"/>
            <a:r>
              <a:rPr lang="fr-FR" dirty="0"/>
              <a:t>Sur-trading</a:t>
            </a:r>
          </a:p>
          <a:p>
            <a:pPr lvl="1"/>
            <a:r>
              <a:rPr lang="fr-FR" dirty="0"/>
              <a:t> Revenge Trading</a:t>
            </a:r>
          </a:p>
          <a:p>
            <a:pPr lvl="1"/>
            <a:r>
              <a:rPr lang="fr-FR" dirty="0"/>
              <a:t>Mauvaise gestion du risque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93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B192-B0A4-11CD-ACE4-D23D51AF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Problématique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61CD6-2E10-1540-2D1B-ED659294C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Comment </a:t>
            </a:r>
            <a:r>
              <a:rPr lang="en-US" dirty="0" err="1"/>
              <a:t>développer</a:t>
            </a:r>
            <a:r>
              <a:rPr lang="en-US" dirty="0"/>
              <a:t> un </a:t>
            </a:r>
            <a:r>
              <a:rPr lang="en-US" dirty="0" err="1"/>
              <a:t>système</a:t>
            </a:r>
            <a:r>
              <a:rPr lang="en-US" dirty="0"/>
              <a:t> intelligent capable </a:t>
            </a:r>
            <a:r>
              <a:rPr lang="en-US" dirty="0" err="1"/>
              <a:t>d'assister</a:t>
            </a:r>
            <a:r>
              <a:rPr lang="en-US" dirty="0"/>
              <a:t> un trader dans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prise</a:t>
            </a:r>
            <a:r>
              <a:rPr lang="en-US" dirty="0"/>
              <a:t> de </a:t>
            </a:r>
            <a:r>
              <a:rPr lang="en-US" dirty="0" err="1"/>
              <a:t>décision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intégrant</a:t>
            </a:r>
            <a:r>
              <a:rPr lang="en-US" dirty="0"/>
              <a:t> :</a:t>
            </a:r>
          </a:p>
          <a:p>
            <a:pPr marL="457200" lvl="1" indent="0">
              <a:buNone/>
            </a:pPr>
            <a:r>
              <a:rPr lang="en-US" dirty="0"/>
              <a:t>• </a:t>
            </a:r>
            <a:r>
              <a:rPr lang="en-US" dirty="0" err="1"/>
              <a:t>Analyse</a:t>
            </a:r>
            <a:r>
              <a:rPr lang="en-US" dirty="0"/>
              <a:t> du </a:t>
            </a:r>
            <a:r>
              <a:rPr lang="en-US" dirty="0" err="1"/>
              <a:t>marché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Détection</a:t>
            </a:r>
            <a:r>
              <a:rPr lang="en-US" dirty="0"/>
              <a:t> de </a:t>
            </a:r>
            <a:r>
              <a:rPr lang="en-US" dirty="0" err="1"/>
              <a:t>liquidité</a:t>
            </a:r>
            <a:br>
              <a:rPr lang="en-US" dirty="0"/>
            </a:br>
            <a:r>
              <a:rPr lang="en-US" dirty="0"/>
              <a:t>• Nouvelles </a:t>
            </a:r>
            <a:r>
              <a:rPr lang="en-US" dirty="0" err="1"/>
              <a:t>économiques</a:t>
            </a:r>
            <a:br>
              <a:rPr lang="en-US" dirty="0"/>
            </a:br>
            <a:r>
              <a:rPr lang="en-US" dirty="0"/>
              <a:t>• Gestion </a:t>
            </a:r>
            <a:r>
              <a:rPr lang="en-US" dirty="0" err="1"/>
              <a:t>émotionnelle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94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0CFD-79E4-8006-5B10-D6CA1DAA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Objectifs</a:t>
            </a:r>
            <a:r>
              <a:rPr lang="en-US" dirty="0"/>
              <a:t> du </a:t>
            </a:r>
            <a:r>
              <a:rPr lang="en-US" dirty="0" err="1"/>
              <a:t>projet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D3473-0247-2F0F-1D57-8EF9DD1F6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Objectif général</a:t>
            </a:r>
          </a:p>
          <a:p>
            <a:pPr marL="0" indent="0">
              <a:buNone/>
            </a:pPr>
            <a:r>
              <a:rPr lang="fr-FR" dirty="0"/>
              <a:t>Développer un système intelligent capable :</a:t>
            </a:r>
          </a:p>
          <a:p>
            <a:pPr marL="457200" lvl="1" indent="0">
              <a:buNone/>
            </a:pPr>
            <a:r>
              <a:rPr lang="fr-FR" dirty="0"/>
              <a:t>• D'analyser les marchés</a:t>
            </a:r>
          </a:p>
          <a:p>
            <a:pPr marL="457200" lvl="1" indent="0">
              <a:buNone/>
            </a:pPr>
            <a:r>
              <a:rPr lang="fr-FR" dirty="0"/>
              <a:t>• De détecter les régimes de marché</a:t>
            </a:r>
          </a:p>
          <a:p>
            <a:pPr marL="457200" lvl="1" indent="0">
              <a:buNone/>
            </a:pPr>
            <a:r>
              <a:rPr lang="fr-FR" dirty="0"/>
              <a:t>• D'identifier les opportunités</a:t>
            </a:r>
          </a:p>
          <a:p>
            <a:pPr marL="457200" lvl="1" indent="0">
              <a:buNone/>
            </a:pPr>
            <a:r>
              <a:rPr lang="fr-FR" dirty="0"/>
              <a:t>• De réduire l'impact émotionnel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337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055F-7E0D-2CFD-2615-1FF9387F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Écosystème</a:t>
            </a:r>
            <a:r>
              <a:rPr lang="en-US" dirty="0"/>
              <a:t> 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1EBE-C234-885D-CBAD-1F17ADCA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Python</a:t>
            </a:r>
            <a:br>
              <a:rPr lang="en-US" dirty="0"/>
            </a:br>
            <a:r>
              <a:rPr lang="en-US" dirty="0"/>
              <a:t>• Pandas</a:t>
            </a:r>
            <a:br>
              <a:rPr lang="en-US" dirty="0"/>
            </a:br>
            <a:r>
              <a:rPr lang="en-US" dirty="0"/>
              <a:t>• NumPy</a:t>
            </a:r>
            <a:br>
              <a:rPr lang="en-US" dirty="0"/>
            </a:br>
            <a:r>
              <a:rPr lang="en-US" dirty="0"/>
              <a:t>• Scikit-Learn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br>
              <a:rPr lang="en-US" dirty="0"/>
            </a:br>
            <a:r>
              <a:rPr lang="en-US" dirty="0"/>
              <a:t>• GitHub</a:t>
            </a:r>
            <a:br>
              <a:rPr lang="en-US" dirty="0"/>
            </a:br>
            <a:r>
              <a:rPr lang="en-US" dirty="0"/>
              <a:t>• Jira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TradingView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14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1FE9A-CACF-2B68-A564-0621BC98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/>
              <a:t>Données </a:t>
            </a:r>
            <a:r>
              <a:rPr lang="en-US" dirty="0" err="1"/>
              <a:t>utilisées</a:t>
            </a:r>
            <a:endParaRPr lang="en-US" dirty="0"/>
          </a:p>
        </p:txBody>
      </p:sp>
      <p:grpSp>
        <p:nvGrpSpPr>
          <p:cNvPr id="22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" name="Graphic 38">
            <a:extLst>
              <a:ext uri="{FF2B5EF4-FFF2-40B4-BE49-F238E27FC236}">
                <a16:creationId xmlns:a16="http://schemas.microsoft.com/office/drawing/2014/main" id="{A8630B61-2CB6-4E0C-90A1-05A307F9C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>
              <a:alpha val="6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B5F489-45BA-4254-B501-559099D88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8ECAADA-4087-4FFC-801E-BF007B413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9B114EAA-D4D5-7A71-FA01-94E60672B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408904"/>
              </p:ext>
            </p:extLst>
          </p:nvPr>
        </p:nvGraphicFramePr>
        <p:xfrm>
          <a:off x="4782386" y="447277"/>
          <a:ext cx="6571413" cy="572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69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70F9-C286-ACF4-C845-5520D6CB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Réalisation</a:t>
            </a:r>
            <a:r>
              <a:rPr lang="en-US" dirty="0"/>
              <a:t> du </a:t>
            </a:r>
            <a:r>
              <a:rPr lang="en-US" dirty="0" err="1"/>
              <a:t>projet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757F3-061E-CF6C-B6B5-8791736F2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✓ </a:t>
            </a:r>
            <a:r>
              <a:rPr lang="en-US" dirty="0" err="1"/>
              <a:t>Collecte</a:t>
            </a:r>
            <a:r>
              <a:rPr lang="en-US" dirty="0"/>
              <a:t> des données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Prétraitement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exploratoire</a:t>
            </a:r>
            <a:r>
              <a:rPr lang="en-US" dirty="0"/>
              <a:t> (EDA)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Création</a:t>
            </a:r>
            <a:r>
              <a:rPr lang="en-US" dirty="0"/>
              <a:t> des </a:t>
            </a:r>
            <a:r>
              <a:rPr lang="en-US" dirty="0" err="1"/>
              <a:t>indicateurs</a:t>
            </a:r>
            <a:r>
              <a:rPr lang="en-US" dirty="0"/>
              <a:t> techniques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✓ Gestion du </a:t>
            </a:r>
            <a:r>
              <a:rPr lang="en-US" dirty="0" err="1"/>
              <a:t>projet</a:t>
            </a:r>
            <a:r>
              <a:rPr lang="en-US" dirty="0"/>
              <a:t> avec GitHub project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Versionnement</a:t>
            </a:r>
            <a:r>
              <a:rPr lang="en-US" dirty="0"/>
              <a:t> avec GitHub</a:t>
            </a:r>
          </a:p>
        </p:txBody>
      </p:sp>
    </p:spTree>
    <p:extLst>
      <p:ext uri="{BB962C8B-B14F-4D97-AF65-F5344CB8AC3E}">
        <p14:creationId xmlns:p14="http://schemas.microsoft.com/office/powerpoint/2010/main" val="160680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Oval 3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FD75B-F50C-6E75-A05F-C41DC2DB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Création des variables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1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732E-4C89-A656-C555-8B7DB00F4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err="1"/>
              <a:t>Indicateurs</a:t>
            </a:r>
            <a:r>
              <a:rPr lang="en-US" sz="2200" b="1"/>
              <a:t> techniques</a:t>
            </a:r>
            <a:br>
              <a:rPr lang="en-US" sz="2200"/>
            </a:br>
            <a:br>
              <a:rPr lang="en-US" sz="2200"/>
            </a:br>
            <a:r>
              <a:rPr lang="en-US" sz="2200"/>
              <a:t>• EMA20</a:t>
            </a:r>
            <a:br>
              <a:rPr lang="en-US" sz="2200"/>
            </a:br>
            <a:r>
              <a:rPr lang="en-US" sz="2200"/>
              <a:t>• EMA50</a:t>
            </a:r>
            <a:br>
              <a:rPr lang="en-US" sz="2200"/>
            </a:br>
            <a:r>
              <a:rPr lang="en-US" sz="2200"/>
              <a:t>• EMA200</a:t>
            </a:r>
            <a:br>
              <a:rPr lang="en-US" sz="2200"/>
            </a:br>
            <a:r>
              <a:rPr lang="en-US" sz="2200"/>
              <a:t>• RSI</a:t>
            </a:r>
            <a:br>
              <a:rPr lang="en-US" sz="2200"/>
            </a:br>
            <a:r>
              <a:rPr lang="en-US" sz="2200"/>
              <a:t>• ATR</a:t>
            </a:r>
            <a:br>
              <a:rPr lang="en-US" sz="2200"/>
            </a:br>
            <a:br>
              <a:rPr lang="en-US" sz="2200" b="1"/>
            </a:br>
            <a:r>
              <a:rPr lang="en-US" sz="2200" b="1"/>
              <a:t>Variables </a:t>
            </a:r>
            <a:r>
              <a:rPr lang="en-US" sz="2200" b="1" err="1"/>
              <a:t>avancées</a:t>
            </a:r>
            <a:br>
              <a:rPr lang="en-US" sz="2200"/>
            </a:br>
            <a:br>
              <a:rPr lang="en-US" sz="2200"/>
            </a:br>
            <a:r>
              <a:rPr lang="en-US" sz="2200"/>
              <a:t>• BOS</a:t>
            </a:r>
            <a:br>
              <a:rPr lang="en-US" sz="2200"/>
            </a:br>
            <a:r>
              <a:rPr lang="en-US" sz="2200"/>
              <a:t>• CHOCH</a:t>
            </a:r>
            <a:br>
              <a:rPr lang="en-US" sz="2200"/>
            </a:br>
            <a:r>
              <a:rPr lang="en-US" sz="2200"/>
              <a:t>• </a:t>
            </a:r>
            <a:r>
              <a:rPr lang="en-US" sz="2200" err="1"/>
              <a:t>Liquidité</a:t>
            </a:r>
            <a:br>
              <a:rPr lang="en-US" sz="2200"/>
            </a:br>
            <a:r>
              <a:rPr lang="en-US" sz="2200"/>
              <a:t>• </a:t>
            </a:r>
            <a:r>
              <a:rPr lang="en-US" sz="2200" err="1"/>
              <a:t>Volatilité</a:t>
            </a:r>
            <a:endParaRPr lang="en-US" sz="2200"/>
          </a:p>
        </p:txBody>
      </p:sp>
      <p:grpSp>
        <p:nvGrpSpPr>
          <p:cNvPr id="45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81034" y="5750136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955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F715C-9087-A5A8-1B9A-55974CBF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 err="1"/>
              <a:t>Modèle</a:t>
            </a:r>
            <a:r>
              <a:rPr lang="en-US" dirty="0"/>
              <a:t> IA</a:t>
            </a:r>
          </a:p>
        </p:txBody>
      </p:sp>
      <p:grpSp>
        <p:nvGrpSpPr>
          <p:cNvPr id="11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" name="Graphic 38">
            <a:extLst>
              <a:ext uri="{FF2B5EF4-FFF2-40B4-BE49-F238E27FC236}">
                <a16:creationId xmlns:a16="http://schemas.microsoft.com/office/drawing/2014/main" id="{A8630B61-2CB6-4E0C-90A1-05A307F9C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>
              <a:alpha val="6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B5F489-45BA-4254-B501-559099D88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8ECAADA-4087-4FFC-801E-BF007B413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33EFD9-3C2C-B292-99BC-DBE6C72FF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880661"/>
              </p:ext>
            </p:extLst>
          </p:nvPr>
        </p:nvGraphicFramePr>
        <p:xfrm>
          <a:off x="4782386" y="447277"/>
          <a:ext cx="6571413" cy="572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228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A4DF-125F-A296-CB01-96630E73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et mise </a:t>
            </a:r>
            <a:r>
              <a:rPr lang="en-US" dirty="0" err="1"/>
              <a:t>en</a:t>
            </a:r>
            <a:r>
              <a:rPr lang="en-US" dirty="0"/>
              <a:t>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EF52-5A09-2A12-759A-18104AFB3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53739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268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Source Sans Pro</vt:lpstr>
      <vt:lpstr>FunkyShapesVTI</vt:lpstr>
      <vt:lpstr> </vt:lpstr>
      <vt:lpstr>Contexte</vt:lpstr>
      <vt:lpstr>Problématique</vt:lpstr>
      <vt:lpstr>Objectifs du projet</vt:lpstr>
      <vt:lpstr>Écosystème IA</vt:lpstr>
      <vt:lpstr>Données utilisées</vt:lpstr>
      <vt:lpstr>Réalisation du projet</vt:lpstr>
      <vt:lpstr>Création des variables</vt:lpstr>
      <vt:lpstr>Modèle IA</vt:lpstr>
      <vt:lpstr>Validation et mise en production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Derifond, Junior-Hébert</dc:creator>
  <cp:lastModifiedBy>Derifond, Junior-Hébert</cp:lastModifiedBy>
  <cp:revision>1</cp:revision>
  <dcterms:created xsi:type="dcterms:W3CDTF">2026-06-01T23:54:11Z</dcterms:created>
  <dcterms:modified xsi:type="dcterms:W3CDTF">2026-06-02T00:38:01Z</dcterms:modified>
</cp:coreProperties>
</file>